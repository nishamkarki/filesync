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3" r:id="rId3"/>
    <p:sldId id="265" r:id="rId4"/>
    <p:sldId id="267" r:id="rId5"/>
    <p:sldId id="257" r:id="rId6"/>
    <p:sldId id="258" r:id="rId7"/>
    <p:sldId id="259" r:id="rId8"/>
    <p:sldId id="278" r:id="rId9"/>
    <p:sldId id="261" r:id="rId10"/>
    <p:sldId id="269" r:id="rId11"/>
    <p:sldId id="272" r:id="rId12"/>
    <p:sldId id="275" r:id="rId13"/>
    <p:sldId id="287" r:id="rId14"/>
    <p:sldId id="289" r:id="rId15"/>
    <p:sldId id="290" r:id="rId16"/>
    <p:sldId id="293" r:id="rId17"/>
    <p:sldId id="29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44899-8364-48DC-A8CC-2E2989F1DB67}" v="15" dt="2026-09-14T11:14:02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m karki" userId="61f1c35787a38747" providerId="LiveId" clId="{04B5D893-2015-48A4-9261-47923A4FC9D8}"/>
    <pc:docChg chg="undo custSel delSld modSld sldOrd">
      <pc:chgData name="nisham karki" userId="61f1c35787a38747" providerId="LiveId" clId="{04B5D893-2015-48A4-9261-47923A4FC9D8}" dt="2026-09-14T11:13:49.323" v="1137" actId="478"/>
      <pc:docMkLst>
        <pc:docMk/>
      </pc:docMkLst>
      <pc:sldChg chg="addSp delSp modSp mod ord">
        <pc:chgData name="nisham karki" userId="61f1c35787a38747" providerId="LiveId" clId="{04B5D893-2015-48A4-9261-47923A4FC9D8}" dt="2026-09-14T10:29:41.947" v="768"/>
        <pc:sldMkLst>
          <pc:docMk/>
          <pc:sldMk cId="0" sldId="257"/>
        </pc:sldMkLst>
        <pc:spChg chg="mod">
          <ac:chgData name="nisham karki" userId="61f1c35787a38747" providerId="LiveId" clId="{04B5D893-2015-48A4-9261-47923A4FC9D8}" dt="2026-09-14T10:29:17.144" v="733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29:39.406" v="766" actId="20577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nisham karki" userId="61f1c35787a38747" providerId="LiveId" clId="{04B5D893-2015-48A4-9261-47923A4FC9D8}" dt="2026-09-14T10:29:41.947" v="768"/>
          <ac:spMkLst>
            <pc:docMk/>
            <pc:sldMk cId="0" sldId="257"/>
            <ac:spMk id="27" creationId="{4E3A9B9B-FC50-CAD0-67DD-7D205A0AD087}"/>
          </ac:spMkLst>
        </pc:spChg>
      </pc:sldChg>
      <pc:sldChg chg="delSp mod ord">
        <pc:chgData name="nisham karki" userId="61f1c35787a38747" providerId="LiveId" clId="{04B5D893-2015-48A4-9261-47923A4FC9D8}" dt="2026-09-14T11:13:49.323" v="1137" actId="478"/>
        <pc:sldMkLst>
          <pc:docMk/>
          <pc:sldMk cId="0" sldId="258"/>
        </pc:sldMkLst>
        <pc:spChg chg="del">
          <ac:chgData name="nisham karki" userId="61f1c35787a38747" providerId="LiveId" clId="{04B5D893-2015-48A4-9261-47923A4FC9D8}" dt="2026-09-14T11:13:49.323" v="1137" actId="478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 ord">
        <pc:chgData name="nisham karki" userId="61f1c35787a38747" providerId="LiveId" clId="{04B5D893-2015-48A4-9261-47923A4FC9D8}" dt="2026-09-14T10:28:05.587" v="694"/>
        <pc:sldMkLst>
          <pc:docMk/>
          <pc:sldMk cId="0" sldId="259"/>
        </pc:sldMkLst>
        <pc:spChg chg="mod">
          <ac:chgData name="nisham karki" userId="61f1c35787a38747" providerId="LiveId" clId="{04B5D893-2015-48A4-9261-47923A4FC9D8}" dt="2026-09-14T10:08:43.518" v="648" actId="14100"/>
          <ac:spMkLst>
            <pc:docMk/>
            <pc:sldMk cId="0" sldId="259"/>
            <ac:spMk id="3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55.944" v="126" actId="478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09:57:53.051" v="125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50.694" v="123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10:13.354" v="679" actId="20577"/>
          <ac:spMkLst>
            <pc:docMk/>
            <pc:sldMk cId="0" sldId="259"/>
            <ac:spMk id="7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28.479" v="11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30.909" v="115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31.758" v="116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nisham karki" userId="61f1c35787a38747" providerId="LiveId" clId="{04B5D893-2015-48A4-9261-47923A4FC9D8}" dt="2026-09-14T09:57:33.727" v="118" actId="478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09:57:34.650" v="119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09:57:36.471" v="121" actId="478"/>
          <ac:spMkLst>
            <pc:docMk/>
            <pc:sldMk cId="0" sldId="259"/>
            <ac:spMk id="13" creationId="{00000000-0000-0000-0000-000000000000}"/>
          </ac:spMkLst>
        </pc:spChg>
        <pc:spChg chg="add mod ord">
          <ac:chgData name="nisham karki" userId="61f1c35787a38747" providerId="LiveId" clId="{04B5D893-2015-48A4-9261-47923A4FC9D8}" dt="2026-09-14T10:09:21.448" v="661" actId="1076"/>
          <ac:spMkLst>
            <pc:docMk/>
            <pc:sldMk cId="0" sldId="259"/>
            <ac:spMk id="16" creationId="{2A6C6DF1-3BB7-F17A-121D-EB131C7850A0}"/>
          </ac:spMkLst>
        </pc:spChg>
        <pc:spChg chg="add mod ord">
          <ac:chgData name="nisham karki" userId="61f1c35787a38747" providerId="LiveId" clId="{04B5D893-2015-48A4-9261-47923A4FC9D8}" dt="2026-09-14T10:09:26.186" v="662" actId="1076"/>
          <ac:spMkLst>
            <pc:docMk/>
            <pc:sldMk cId="0" sldId="259"/>
            <ac:spMk id="19" creationId="{FC026102-D976-6E5A-1B12-200AD930EC2D}"/>
          </ac:spMkLst>
        </pc:spChg>
        <pc:spChg chg="add mod ord">
          <ac:chgData name="nisham karki" userId="61f1c35787a38747" providerId="LiveId" clId="{04B5D893-2015-48A4-9261-47923A4FC9D8}" dt="2026-09-14T10:09:34.413" v="663" actId="1076"/>
          <ac:spMkLst>
            <pc:docMk/>
            <pc:sldMk cId="0" sldId="259"/>
            <ac:spMk id="21" creationId="{FD2D8B22-09B2-FE45-69BF-C4E67C2FED80}"/>
          </ac:spMkLst>
        </pc:spChg>
        <pc:spChg chg="add mod ord">
          <ac:chgData name="nisham karki" userId="61f1c35787a38747" providerId="LiveId" clId="{04B5D893-2015-48A4-9261-47923A4FC9D8}" dt="2026-09-14T10:09:45.880" v="664" actId="1076"/>
          <ac:spMkLst>
            <pc:docMk/>
            <pc:sldMk cId="0" sldId="259"/>
            <ac:spMk id="23" creationId="{87E437D5-2E5E-3C0F-A4D9-7A5AD3AEDE58}"/>
          </ac:spMkLst>
        </pc:spChg>
        <pc:spChg chg="add del mod ord">
          <ac:chgData name="nisham karki" userId="61f1c35787a38747" providerId="LiveId" clId="{04B5D893-2015-48A4-9261-47923A4FC9D8}" dt="2026-09-14T10:10:31.075" v="684" actId="478"/>
          <ac:spMkLst>
            <pc:docMk/>
            <pc:sldMk cId="0" sldId="259"/>
            <ac:spMk id="25" creationId="{A8710CC2-25B7-281F-C323-AAC5D0D272A6}"/>
          </ac:spMkLst>
        </pc:spChg>
      </pc:sldChg>
      <pc:sldChg chg="ord">
        <pc:chgData name="nisham karki" userId="61f1c35787a38747" providerId="LiveId" clId="{04B5D893-2015-48A4-9261-47923A4FC9D8}" dt="2026-09-14T10:27:46.904" v="692"/>
        <pc:sldMkLst>
          <pc:docMk/>
          <pc:sldMk cId="0" sldId="261"/>
        </pc:sldMkLst>
      </pc:sldChg>
      <pc:sldChg chg="delSp modSp del mod ord">
        <pc:chgData name="nisham karki" userId="61f1c35787a38747" providerId="LiveId" clId="{04B5D893-2015-48A4-9261-47923A4FC9D8}" dt="2026-09-14T10:32:29.492" v="776" actId="47"/>
        <pc:sldMkLst>
          <pc:docMk/>
          <pc:sldMk cId="0" sldId="262"/>
        </pc:sldMkLst>
        <pc:spChg chg="del mod">
          <ac:chgData name="nisham karki" userId="61f1c35787a38747" providerId="LiveId" clId="{04B5D893-2015-48A4-9261-47923A4FC9D8}" dt="2026-09-14T10:31:41.128" v="773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30:05.446" v="769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31:29.023" v="771" actId="478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nisham karki" userId="61f1c35787a38747" providerId="LiveId" clId="{04B5D893-2015-48A4-9261-47923A4FC9D8}" dt="2026-09-14T11:12:13.489" v="1132" actId="20577"/>
        <pc:sldMkLst>
          <pc:docMk/>
          <pc:sldMk cId="0" sldId="263"/>
        </pc:sldMkLst>
        <pc:spChg chg="mod">
          <ac:chgData name="nisham karki" userId="61f1c35787a38747" providerId="LiveId" clId="{04B5D893-2015-48A4-9261-47923A4FC9D8}" dt="2026-09-14T11:01:24.743" v="103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1:12:13.489" v="1132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39:14.232" v="796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39:18.132" v="801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39:16.585" v="799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9:10.616" v="994" actId="20577"/>
          <ac:spMkLst>
            <pc:docMk/>
            <pc:sldMk cId="0" sldId="263"/>
            <ac:spMk id="22" creationId="{C94AADB8-1839-7054-D326-F3D616642509}"/>
          </ac:spMkLst>
        </pc:spChg>
        <pc:spChg chg="mod">
          <ac:chgData name="nisham karki" userId="61f1c35787a38747" providerId="LiveId" clId="{04B5D893-2015-48A4-9261-47923A4FC9D8}" dt="2026-09-14T10:39:34.430" v="802" actId="1076"/>
          <ac:spMkLst>
            <pc:docMk/>
            <pc:sldMk cId="0" sldId="263"/>
            <ac:spMk id="24" creationId="{105B3A41-758A-B7D9-3029-7703783EFA8F}"/>
          </ac:spMkLst>
        </pc:spChg>
        <pc:picChg chg="add mod">
          <ac:chgData name="nisham karki" userId="61f1c35787a38747" providerId="LiveId" clId="{04B5D893-2015-48A4-9261-47923A4FC9D8}" dt="2026-09-14T10:39:42.262" v="804" actId="1076"/>
          <ac:picMkLst>
            <pc:docMk/>
            <pc:sldMk cId="0" sldId="263"/>
            <ac:picMk id="18" creationId="{4AB29300-6A19-45B2-CC71-40A5B3054A9A}"/>
          </ac:picMkLst>
        </pc:picChg>
      </pc:sldChg>
      <pc:sldChg chg="del">
        <pc:chgData name="nisham karki" userId="61f1c35787a38747" providerId="LiveId" clId="{04B5D893-2015-48A4-9261-47923A4FC9D8}" dt="2026-09-14T10:39:47.028" v="805" actId="47"/>
        <pc:sldMkLst>
          <pc:docMk/>
          <pc:sldMk cId="0" sldId="264"/>
        </pc:sldMkLst>
      </pc:sldChg>
      <pc:sldChg chg="addSp delSp modSp mod">
        <pc:chgData name="nisham karki" userId="61f1c35787a38747" providerId="LiveId" clId="{04B5D893-2015-48A4-9261-47923A4FC9D8}" dt="2026-09-14T11:12:05.085" v="1130" actId="1076"/>
        <pc:sldMkLst>
          <pc:docMk/>
          <pc:sldMk cId="0" sldId="265"/>
        </pc:sldMkLst>
        <pc:spChg chg="mod">
          <ac:chgData name="nisham karki" userId="61f1c35787a38747" providerId="LiveId" clId="{04B5D893-2015-48A4-9261-47923A4FC9D8}" dt="2026-09-14T11:07:39.703" v="1091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1:12:05.085" v="1130" actId="1076"/>
          <ac:spMkLst>
            <pc:docMk/>
            <pc:sldMk cId="0" sldId="265"/>
            <ac:spMk id="5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39:52.005" v="806" actId="478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39:53.858" v="808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39:55.093" v="809" actId="478"/>
          <ac:spMkLst>
            <pc:docMk/>
            <pc:sldMk cId="0" sldId="265"/>
            <ac:spMk id="16" creationId="{00000000-0000-0000-0000-000000000000}"/>
          </ac:spMkLst>
        </pc:spChg>
        <pc:picChg chg="add mod">
          <ac:chgData name="nisham karki" userId="61f1c35787a38747" providerId="LiveId" clId="{04B5D893-2015-48A4-9261-47923A4FC9D8}" dt="2026-09-14T10:40:24.259" v="814" actId="14100"/>
          <ac:picMkLst>
            <pc:docMk/>
            <pc:sldMk cId="0" sldId="265"/>
            <ac:picMk id="19" creationId="{C104EC8C-D7FA-925C-62D7-CBEE774C5EA5}"/>
          </ac:picMkLst>
        </pc:picChg>
      </pc:sldChg>
      <pc:sldChg chg="del">
        <pc:chgData name="nisham karki" userId="61f1c35787a38747" providerId="LiveId" clId="{04B5D893-2015-48A4-9261-47923A4FC9D8}" dt="2026-09-14T10:40:27.316" v="815" actId="47"/>
        <pc:sldMkLst>
          <pc:docMk/>
          <pc:sldMk cId="0" sldId="266"/>
        </pc:sldMkLst>
      </pc:sldChg>
      <pc:sldChg chg="addSp delSp modSp mod">
        <pc:chgData name="nisham karki" userId="61f1c35787a38747" providerId="LiveId" clId="{04B5D893-2015-48A4-9261-47923A4FC9D8}" dt="2026-09-14T11:12:19.483" v="1136" actId="20577"/>
        <pc:sldMkLst>
          <pc:docMk/>
          <pc:sldMk cId="0" sldId="267"/>
        </pc:sldMkLst>
        <pc:spChg chg="mod">
          <ac:chgData name="nisham karki" userId="61f1c35787a38747" providerId="LiveId" clId="{04B5D893-2015-48A4-9261-47923A4FC9D8}" dt="2026-09-14T11:08:19.199" v="1105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1:12:19.483" v="1136" actId="20577"/>
          <ac:spMkLst>
            <pc:docMk/>
            <pc:sldMk cId="0" sldId="267"/>
            <ac:spMk id="5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0:31.266" v="816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0:33.136" v="817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0:34.308" v="818" actId="478"/>
          <ac:spMkLst>
            <pc:docMk/>
            <pc:sldMk cId="0" sldId="267"/>
            <ac:spMk id="16" creationId="{00000000-0000-0000-0000-000000000000}"/>
          </ac:spMkLst>
        </pc:spChg>
        <pc:picChg chg="add mod">
          <ac:chgData name="nisham karki" userId="61f1c35787a38747" providerId="LiveId" clId="{04B5D893-2015-48A4-9261-47923A4FC9D8}" dt="2026-09-14T10:41:04.398" v="825" actId="14100"/>
          <ac:picMkLst>
            <pc:docMk/>
            <pc:sldMk cId="0" sldId="267"/>
            <ac:picMk id="19" creationId="{D083D910-8E54-6275-E0A6-4147E1A0766D}"/>
          </ac:picMkLst>
        </pc:picChg>
      </pc:sldChg>
      <pc:sldChg chg="del">
        <pc:chgData name="nisham karki" userId="61f1c35787a38747" providerId="LiveId" clId="{04B5D893-2015-48A4-9261-47923A4FC9D8}" dt="2026-09-14T10:41:15.742" v="826" actId="47"/>
        <pc:sldMkLst>
          <pc:docMk/>
          <pc:sldMk cId="0" sldId="268"/>
        </pc:sldMkLst>
      </pc:sldChg>
      <pc:sldChg chg="addSp delSp modSp mod">
        <pc:chgData name="nisham karki" userId="61f1c35787a38747" providerId="LiveId" clId="{04B5D893-2015-48A4-9261-47923A4FC9D8}" dt="2026-09-14T10:52:42.318" v="920" actId="1076"/>
        <pc:sldMkLst>
          <pc:docMk/>
          <pc:sldMk cId="0" sldId="269"/>
        </pc:sldMkLst>
        <pc:spChg chg="del mod">
          <ac:chgData name="nisham karki" userId="61f1c35787a38747" providerId="LiveId" clId="{04B5D893-2015-48A4-9261-47923A4FC9D8}" dt="2026-09-14T10:49:44.057" v="878" actId="478"/>
          <ac:spMkLst>
            <pc:docMk/>
            <pc:sldMk cId="0" sldId="269"/>
            <ac:spMk id="29" creationId="{00000000-0000-0000-0000-000000000000}"/>
          </ac:spMkLst>
        </pc:spChg>
        <pc:spChg chg="add mod">
          <ac:chgData name="nisham karki" userId="61f1c35787a38747" providerId="LiveId" clId="{04B5D893-2015-48A4-9261-47923A4FC9D8}" dt="2026-09-14T10:49:57.465" v="881" actId="1076"/>
          <ac:spMkLst>
            <pc:docMk/>
            <pc:sldMk cId="0" sldId="269"/>
            <ac:spMk id="31" creationId="{BD326499-38B9-8022-6FF0-02D1A81DD30B}"/>
          </ac:spMkLst>
        </pc:spChg>
        <pc:spChg chg="mod">
          <ac:chgData name="nisham karki" userId="61f1c35787a38747" providerId="LiveId" clId="{04B5D893-2015-48A4-9261-47923A4FC9D8}" dt="2026-09-14T10:51:09.726" v="891" actId="20577"/>
          <ac:spMkLst>
            <pc:docMk/>
            <pc:sldMk cId="0" sldId="269"/>
            <ac:spMk id="32" creationId="{EC5531F4-31D8-472F-A648-3C9DA98CDEA3}"/>
          </ac:spMkLst>
        </pc:spChg>
        <pc:spChg chg="mod">
          <ac:chgData name="nisham karki" userId="61f1c35787a38747" providerId="LiveId" clId="{04B5D893-2015-48A4-9261-47923A4FC9D8}" dt="2026-09-14T10:50:57.096" v="890" actId="14100"/>
          <ac:spMkLst>
            <pc:docMk/>
            <pc:sldMk cId="0" sldId="269"/>
            <ac:spMk id="34" creationId="{DBF8E388-8DA6-1410-1D7E-3211FCA1A1A1}"/>
          </ac:spMkLst>
        </pc:spChg>
        <pc:spChg chg="add mod">
          <ac:chgData name="nisham karki" userId="61f1c35787a38747" providerId="LiveId" clId="{04B5D893-2015-48A4-9261-47923A4FC9D8}" dt="2026-09-14T10:50:08.173" v="883" actId="14100"/>
          <ac:spMkLst>
            <pc:docMk/>
            <pc:sldMk cId="0" sldId="269"/>
            <ac:spMk id="35" creationId="{4D82E403-9C54-7245-7FC9-28335FD1B02D}"/>
          </ac:spMkLst>
        </pc:spChg>
        <pc:spChg chg="mod">
          <ac:chgData name="nisham karki" userId="61f1c35787a38747" providerId="LiveId" clId="{04B5D893-2015-48A4-9261-47923A4FC9D8}" dt="2026-09-14T10:52:30.081" v="918" actId="1076"/>
          <ac:spMkLst>
            <pc:docMk/>
            <pc:sldMk cId="0" sldId="269"/>
            <ac:spMk id="37" creationId="{DA8F3B3D-4CEA-0F9F-8C23-08A249E9395C}"/>
          </ac:spMkLst>
        </pc:spChg>
        <pc:spChg chg="mod">
          <ac:chgData name="nisham karki" userId="61f1c35787a38747" providerId="LiveId" clId="{04B5D893-2015-48A4-9261-47923A4FC9D8}" dt="2026-09-14T10:52:34.233" v="919" actId="1076"/>
          <ac:spMkLst>
            <pc:docMk/>
            <pc:sldMk cId="0" sldId="269"/>
            <ac:spMk id="39" creationId="{545B285A-683B-CDB5-C353-6EE35329312E}"/>
          </ac:spMkLst>
        </pc:spChg>
        <pc:spChg chg="add mod">
          <ac:chgData name="nisham karki" userId="61f1c35787a38747" providerId="LiveId" clId="{04B5D893-2015-48A4-9261-47923A4FC9D8}" dt="2026-09-14T10:50:23.681" v="886" actId="1076"/>
          <ac:spMkLst>
            <pc:docMk/>
            <pc:sldMk cId="0" sldId="269"/>
            <ac:spMk id="41" creationId="{CB8BD45B-07D3-176D-6685-7DF7DEB25F6B}"/>
          </ac:spMkLst>
        </pc:spChg>
        <pc:spChg chg="add mod">
          <ac:chgData name="nisham karki" userId="61f1c35787a38747" providerId="LiveId" clId="{04B5D893-2015-48A4-9261-47923A4FC9D8}" dt="2026-09-14T10:52:07.607" v="913" actId="1076"/>
          <ac:spMkLst>
            <pc:docMk/>
            <pc:sldMk cId="0" sldId="269"/>
            <ac:spMk id="43" creationId="{4C765E0A-4B0A-AB77-B22F-12E70307FDA3}"/>
          </ac:spMkLst>
        </pc:spChg>
        <pc:spChg chg="add mod">
          <ac:chgData name="nisham karki" userId="61f1c35787a38747" providerId="LiveId" clId="{04B5D893-2015-48A4-9261-47923A4FC9D8}" dt="2026-09-14T10:52:20.136" v="916" actId="14100"/>
          <ac:spMkLst>
            <pc:docMk/>
            <pc:sldMk cId="0" sldId="269"/>
            <ac:spMk id="45" creationId="{B44CAC52-C978-588A-86BA-C4ED05B63971}"/>
          </ac:spMkLst>
        </pc:spChg>
        <pc:spChg chg="mod">
          <ac:chgData name="nisham karki" userId="61f1c35787a38747" providerId="LiveId" clId="{04B5D893-2015-48A4-9261-47923A4FC9D8}" dt="2026-09-14T10:52:24.872" v="917" actId="1076"/>
          <ac:spMkLst>
            <pc:docMk/>
            <pc:sldMk cId="0" sldId="269"/>
            <ac:spMk id="47" creationId="{69290E32-2B6B-88F3-0CC5-D88E21747F06}"/>
          </ac:spMkLst>
        </pc:spChg>
        <pc:spChg chg="add mod">
          <ac:chgData name="nisham karki" userId="61f1c35787a38747" providerId="LiveId" clId="{04B5D893-2015-48A4-9261-47923A4FC9D8}" dt="2026-09-14T10:52:12.139" v="914" actId="1076"/>
          <ac:spMkLst>
            <pc:docMk/>
            <pc:sldMk cId="0" sldId="269"/>
            <ac:spMk id="49" creationId="{05B4E402-8A30-F2E9-810A-04A6690D4A3F}"/>
          </ac:spMkLst>
        </pc:spChg>
        <pc:spChg chg="add mod">
          <ac:chgData name="nisham karki" userId="61f1c35787a38747" providerId="LiveId" clId="{04B5D893-2015-48A4-9261-47923A4FC9D8}" dt="2026-09-14T10:51:56.125" v="910" actId="1076"/>
          <ac:spMkLst>
            <pc:docMk/>
            <pc:sldMk cId="0" sldId="269"/>
            <ac:spMk id="51" creationId="{315DFE75-2DE3-052C-852B-46EA4FC9EA75}"/>
          </ac:spMkLst>
        </pc:spChg>
        <pc:spChg chg="add mod">
          <ac:chgData name="nisham karki" userId="61f1c35787a38747" providerId="LiveId" clId="{04B5D893-2015-48A4-9261-47923A4FC9D8}" dt="2026-09-14T10:51:56.125" v="910" actId="1076"/>
          <ac:spMkLst>
            <pc:docMk/>
            <pc:sldMk cId="0" sldId="269"/>
            <ac:spMk id="53" creationId="{EF209102-ED7A-95AA-D04C-FD00186F8AC6}"/>
          </ac:spMkLst>
        </pc:spChg>
        <pc:spChg chg="mod">
          <ac:chgData name="nisham karki" userId="61f1c35787a38747" providerId="LiveId" clId="{04B5D893-2015-48A4-9261-47923A4FC9D8}" dt="2026-09-14T10:51:56.125" v="910" actId="1076"/>
          <ac:spMkLst>
            <pc:docMk/>
            <pc:sldMk cId="0" sldId="269"/>
            <ac:spMk id="55" creationId="{EBA1294C-95B8-1391-019E-BA44DB78EC70}"/>
          </ac:spMkLst>
        </pc:spChg>
        <pc:spChg chg="add mod">
          <ac:chgData name="nisham karki" userId="61f1c35787a38747" providerId="LiveId" clId="{04B5D893-2015-48A4-9261-47923A4FC9D8}" dt="2026-09-14T10:52:42.318" v="920" actId="1076"/>
          <ac:spMkLst>
            <pc:docMk/>
            <pc:sldMk cId="0" sldId="269"/>
            <ac:spMk id="57" creationId="{B1CD67F6-5D60-372D-63B0-3C240B7B922F}"/>
          </ac:spMkLst>
        </pc:spChg>
        <pc:spChg chg="add mod">
          <ac:chgData name="nisham karki" userId="61f1c35787a38747" providerId="LiveId" clId="{04B5D893-2015-48A4-9261-47923A4FC9D8}" dt="2026-09-14T10:49:57.465" v="881" actId="1076"/>
          <ac:spMkLst>
            <pc:docMk/>
            <pc:sldMk cId="0" sldId="269"/>
            <ac:spMk id="59" creationId="{AE76A79C-9F21-63C4-A77D-10E7E71E8780}"/>
          </ac:spMkLst>
        </pc:spChg>
      </pc:sldChg>
      <pc:sldChg chg="delSp del mod">
        <pc:chgData name="nisham karki" userId="61f1c35787a38747" providerId="LiveId" clId="{04B5D893-2015-48A4-9261-47923A4FC9D8}" dt="2026-09-14T10:52:44.370" v="921" actId="47"/>
        <pc:sldMkLst>
          <pc:docMk/>
          <pc:sldMk cId="0" sldId="270"/>
        </pc:sldMkLst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2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3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6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7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9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10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11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14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16" creationId="{86FC050A-ECA3-2E17-EDB6-0E93BF019E84}"/>
          </ac:spMkLst>
        </pc:spChg>
        <pc:spChg chg="del">
          <ac:chgData name="nisham karki" userId="61f1c35787a38747" providerId="LiveId" clId="{04B5D893-2015-48A4-9261-47923A4FC9D8}" dt="2026-09-14T10:49:34.399" v="876" actId="21"/>
          <ac:spMkLst>
            <pc:docMk/>
            <pc:sldMk cId="0" sldId="270"/>
            <ac:spMk id="18" creationId="{335295D5-093E-63AD-C2E0-D643A2C5DB66}"/>
          </ac:spMkLst>
        </pc:spChg>
      </pc:sldChg>
      <pc:sldChg chg="del">
        <pc:chgData name="nisham karki" userId="61f1c35787a38747" providerId="LiveId" clId="{04B5D893-2015-48A4-9261-47923A4FC9D8}" dt="2026-09-14T10:35:13.961" v="779" actId="47"/>
        <pc:sldMkLst>
          <pc:docMk/>
          <pc:sldMk cId="0" sldId="271"/>
        </pc:sldMkLst>
      </pc:sldChg>
      <pc:sldChg chg="addSp delSp modSp mod">
        <pc:chgData name="nisham karki" userId="61f1c35787a38747" providerId="LiveId" clId="{04B5D893-2015-48A4-9261-47923A4FC9D8}" dt="2026-09-14T10:57:47.220" v="990" actId="1076"/>
        <pc:sldMkLst>
          <pc:docMk/>
          <pc:sldMk cId="0" sldId="272"/>
        </pc:sldMkLst>
        <pc:spChg chg="mod">
          <ac:chgData name="nisham karki" userId="61f1c35787a38747" providerId="LiveId" clId="{04B5D893-2015-48A4-9261-47923A4FC9D8}" dt="2026-09-14T10:52:59.994" v="923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29.779" v="929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3:08.922" v="924" actId="1076"/>
          <ac:spMkLst>
            <pc:docMk/>
            <pc:sldMk cId="0" sldId="272"/>
            <ac:spMk id="28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53:14.235" v="925" actId="478"/>
          <ac:spMkLst>
            <pc:docMk/>
            <pc:sldMk cId="0" sldId="272"/>
            <ac:spMk id="29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31" creationId="{2D0A0D0B-CFED-50CB-F066-87DC3D90466B}"/>
          </ac:spMkLst>
        </pc:spChg>
        <pc:spChg chg="mod">
          <ac:chgData name="nisham karki" userId="61f1c35787a38747" providerId="LiveId" clId="{04B5D893-2015-48A4-9261-47923A4FC9D8}" dt="2026-09-14T10:53:36.425" v="931" actId="1076"/>
          <ac:spMkLst>
            <pc:docMk/>
            <pc:sldMk cId="0" sldId="272"/>
            <ac:spMk id="32" creationId="{EDCF0B85-95A5-905E-23EC-EC041FCFF913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37" creationId="{135DBFB8-EBEF-1368-DB73-F71616D684AB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41" creationId="{AE2A4559-18FA-BAA6-89FD-9BAF6CA7AE8E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43" creationId="{BC438FFA-2792-B1A7-F761-AEB4612DD962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45" creationId="{69E4FA30-23EB-A32C-8F01-A9B4F2CE0642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47" creationId="{09500628-130F-7AB8-17A5-984DE170D17F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49" creationId="{6A74213D-EBFA-908B-8EF3-7C06123D0DD8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51" creationId="{5C885A00-40E9-ADB6-A28F-89DBA4E13994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53" creationId="{D0124151-F799-F7BE-1A95-5073FF413873}"/>
          </ac:spMkLst>
        </pc:spChg>
        <pc:spChg chg="add del">
          <ac:chgData name="nisham karki" userId="61f1c35787a38747" providerId="LiveId" clId="{04B5D893-2015-48A4-9261-47923A4FC9D8}" dt="2026-09-14T10:53:38.599" v="932" actId="22"/>
          <ac:spMkLst>
            <pc:docMk/>
            <pc:sldMk cId="0" sldId="272"/>
            <ac:spMk id="55" creationId="{DD63F6D5-8734-8F2E-7F2C-D285CC483D2E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57" creationId="{DA13C002-9C6D-A6BE-BFBA-CF600EE6BFCD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61" creationId="{99FC068B-6A84-F1A6-355E-E2E1D1264F99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63" creationId="{7D4AC48B-615E-91AE-C2DD-596A50CD86AF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65" creationId="{E6D8B66F-F6F0-B9CE-5F32-AE5359527B61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67" creationId="{D1A46C67-0CB5-D2D2-DA93-B5F99EA73FFB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69" creationId="{D80F2B8F-66B5-1127-E0DD-685F441BC51F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71" creationId="{FD1451AB-8388-5CA1-F79D-2D84D9418766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75" creationId="{6C2B2602-E9DB-0E5F-2100-278FFA8901A2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77" creationId="{95428D2E-EB67-8973-1894-8B60A6CF1B8F}"/>
          </ac:spMkLst>
        </pc:spChg>
        <pc:spChg chg="add del">
          <ac:chgData name="nisham karki" userId="61f1c35787a38747" providerId="LiveId" clId="{04B5D893-2015-48A4-9261-47923A4FC9D8}" dt="2026-09-14T10:53:47.466" v="934" actId="22"/>
          <ac:spMkLst>
            <pc:docMk/>
            <pc:sldMk cId="0" sldId="272"/>
            <ac:spMk id="79" creationId="{AE100783-78A1-0E7D-341F-4C2BE1408721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81" creationId="{F80E3259-953F-DEB3-2865-00596FC2F983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83" creationId="{528D9EB7-E5C8-AB38-69C4-CCA8ECFBD107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87" creationId="{3BF4E039-3C7B-1920-52B9-4C977E9323A6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91" creationId="{48599074-EBC4-59FB-8EB1-D8264208A6FB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93" creationId="{C83E5880-3048-65C2-D49C-56B6F77985A1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95" creationId="{A400926A-F635-6A7B-0A0A-FA1B62287C6B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97" creationId="{1AE4FDB7-12EC-0C92-6483-8DF8D50EB771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99" creationId="{1A8955EF-FC28-4AFB-E528-79D29ACB2B65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101" creationId="{CB8A85F6-58A7-3F67-81D0-9D8DAD9E4F33}"/>
          </ac:spMkLst>
        </pc:spChg>
        <pc:spChg chg="add del mod">
          <ac:chgData name="nisham karki" userId="61f1c35787a38747" providerId="LiveId" clId="{04B5D893-2015-48A4-9261-47923A4FC9D8}" dt="2026-09-14T10:54:31.763" v="942" actId="22"/>
          <ac:spMkLst>
            <pc:docMk/>
            <pc:sldMk cId="0" sldId="272"/>
            <ac:spMk id="103" creationId="{591BEF63-D87F-30D2-0786-E25F1D004679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05" creationId="{59831693-DD6D-B08C-E278-3187CDB51974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07" creationId="{E27DBD95-4D87-856C-21E2-E3E9E0FA5308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11" creationId="{7E03EC1D-CAEC-EEEA-0B5E-AF1F3BDCF9E8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15" creationId="{B6F904DD-523D-8E39-E95F-F150636EFACD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17" creationId="{86940557-869E-F8D7-F0B0-C8DA10357D36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19" creationId="{59A278C9-4974-36CE-DAE9-DA0BC01B146A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21" creationId="{A53EE019-7D70-6DA6-1858-2F1879E3251C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23" creationId="{9ABAC314-ACF3-7341-148E-DD77EF0AAD22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25" creationId="{685F377E-0293-EF43-F624-6E39F638E5CE}"/>
          </ac:spMkLst>
        </pc:spChg>
        <pc:spChg chg="add del">
          <ac:chgData name="nisham karki" userId="61f1c35787a38747" providerId="LiveId" clId="{04B5D893-2015-48A4-9261-47923A4FC9D8}" dt="2026-09-14T10:54:49.088" v="944" actId="22"/>
          <ac:spMkLst>
            <pc:docMk/>
            <pc:sldMk cId="0" sldId="272"/>
            <ac:spMk id="127" creationId="{ED5FD122-51FB-6383-16B5-81C4FDCFF938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29" creationId="{B7C6CF8D-93B6-F717-F353-DF5B27EBFCC7}"/>
          </ac:spMkLst>
        </pc:spChg>
        <pc:spChg chg="add mod">
          <ac:chgData name="nisham karki" userId="61f1c35787a38747" providerId="LiveId" clId="{04B5D893-2015-48A4-9261-47923A4FC9D8}" dt="2026-09-14T10:54:59.014" v="948"/>
          <ac:spMkLst>
            <pc:docMk/>
            <pc:sldMk cId="0" sldId="272"/>
            <ac:spMk id="131" creationId="{284E887E-53EB-2612-C77A-BB4F59FA428D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33" creationId="{F0413010-753A-C725-6CB0-3372DC00242D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37" creationId="{D8F8A0DD-739E-AB86-E9E7-EE76D8F3568B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39" creationId="{38269C6A-C91C-FC4E-39DB-27501BD4BFA9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41" creationId="{8EC44B0D-8A48-4A83-9A06-973FE4E990FF}"/>
          </ac:spMkLst>
        </pc:spChg>
        <pc:spChg chg="add mod">
          <ac:chgData name="nisham karki" userId="61f1c35787a38747" providerId="LiveId" clId="{04B5D893-2015-48A4-9261-47923A4FC9D8}" dt="2026-09-14T10:55:22.076" v="953"/>
          <ac:spMkLst>
            <pc:docMk/>
            <pc:sldMk cId="0" sldId="272"/>
            <ac:spMk id="143" creationId="{B88E06D5-DE72-B0B1-117C-714658A158D2}"/>
          </ac:spMkLst>
        </pc:spChg>
        <pc:spChg chg="add mod">
          <ac:chgData name="nisham karki" userId="61f1c35787a38747" providerId="LiveId" clId="{04B5D893-2015-48A4-9261-47923A4FC9D8}" dt="2026-09-14T10:57:41.639" v="989" actId="1076"/>
          <ac:spMkLst>
            <pc:docMk/>
            <pc:sldMk cId="0" sldId="272"/>
            <ac:spMk id="145" creationId="{73C72A96-062E-A859-94D6-5C8055DB7849}"/>
          </ac:spMkLst>
        </pc:spChg>
        <pc:spChg chg="add">
          <ac:chgData name="nisham karki" userId="61f1c35787a38747" providerId="LiveId" clId="{04B5D893-2015-48A4-9261-47923A4FC9D8}" dt="2026-09-14T10:54:52.606" v="946" actId="22"/>
          <ac:spMkLst>
            <pc:docMk/>
            <pc:sldMk cId="0" sldId="272"/>
            <ac:spMk id="149" creationId="{5DC74952-CDC8-8F3B-2392-8C3AEC533DD0}"/>
          </ac:spMkLst>
        </pc:spChg>
        <pc:spChg chg="add mod">
          <ac:chgData name="nisham karki" userId="61f1c35787a38747" providerId="LiveId" clId="{04B5D893-2015-48A4-9261-47923A4FC9D8}" dt="2026-09-14T10:57:47.220" v="990" actId="1076"/>
          <ac:spMkLst>
            <pc:docMk/>
            <pc:sldMk cId="0" sldId="272"/>
            <ac:spMk id="151" creationId="{63828854-303A-BF16-DA6F-2030A70A6AC9}"/>
          </ac:spMkLst>
        </pc:spChg>
        <pc:spChg chg="add mod">
          <ac:chgData name="nisham karki" userId="61f1c35787a38747" providerId="LiveId" clId="{04B5D893-2015-48A4-9261-47923A4FC9D8}" dt="2026-09-14T10:55:15.618" v="951"/>
          <ac:spMkLst>
            <pc:docMk/>
            <pc:sldMk cId="0" sldId="272"/>
            <ac:spMk id="153" creationId="{CA5ED4F3-0A37-3E00-ACC5-A9F0F421B6AD}"/>
          </ac:spMkLst>
        </pc:spChg>
        <pc:spChg chg="add mod">
          <ac:chgData name="nisham karki" userId="61f1c35787a38747" providerId="LiveId" clId="{04B5D893-2015-48A4-9261-47923A4FC9D8}" dt="2026-09-14T10:57:25.680" v="987" actId="20577"/>
          <ac:spMkLst>
            <pc:docMk/>
            <pc:sldMk cId="0" sldId="272"/>
            <ac:spMk id="155" creationId="{FBCA3A38-861F-D547-39AB-E09BEC271300}"/>
          </ac:spMkLst>
        </pc:spChg>
      </pc:sldChg>
      <pc:sldChg chg="addSp delSp modSp del mod">
        <pc:chgData name="nisham karki" userId="61f1c35787a38747" providerId="LiveId" clId="{04B5D893-2015-48A4-9261-47923A4FC9D8}" dt="2026-09-14T10:55:56.602" v="961" actId="47"/>
        <pc:sldMkLst>
          <pc:docMk/>
          <pc:sldMk cId="0" sldId="273"/>
        </pc:sldMkLst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5" creationId="{00000000-0000-0000-0000-000000000000}"/>
          </ac:spMkLst>
        </pc:spChg>
        <pc:spChg chg="add del mod">
          <ac:chgData name="nisham karki" userId="61f1c35787a38747" providerId="LiveId" clId="{04B5D893-2015-48A4-9261-47923A4FC9D8}" dt="2026-09-14T10:54:55.339" v="947" actId="21"/>
          <ac:spMkLst>
            <pc:docMk/>
            <pc:sldMk cId="0" sldId="273"/>
            <ac:spMk id="6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7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8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53:20.580" v="926" actId="21"/>
          <ac:spMkLst>
            <pc:docMk/>
            <pc:sldMk cId="0" sldId="273"/>
            <ac:spMk id="9" creationId="{00000000-0000-0000-0000-000000000000}"/>
          </ac:spMkLst>
        </pc:spChg>
        <pc:spChg chg="add mod">
          <ac:chgData name="nisham karki" userId="61f1c35787a38747" providerId="LiveId" clId="{04B5D893-2015-48A4-9261-47923A4FC9D8}" dt="2026-09-14T10:55:19.674" v="952" actId="21"/>
          <ac:spMkLst>
            <pc:docMk/>
            <pc:sldMk cId="0" sldId="273"/>
            <ac:spMk id="10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11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12" creationId="{00000000-0000-0000-0000-000000000000}"/>
          </ac:spMkLst>
        </pc:spChg>
        <pc:spChg chg="add del">
          <ac:chgData name="nisham karki" userId="61f1c35787a38747" providerId="LiveId" clId="{04B5D893-2015-48A4-9261-47923A4FC9D8}" dt="2026-09-14T10:54:49.565" v="945" actId="21"/>
          <ac:spMkLst>
            <pc:docMk/>
            <pc:sldMk cId="0" sldId="273"/>
            <ac:spMk id="13" creationId="{00000000-0000-0000-0000-000000000000}"/>
          </ac:spMkLst>
        </pc:spChg>
        <pc:spChg chg="add del mod">
          <ac:chgData name="nisham karki" userId="61f1c35787a38747" providerId="LiveId" clId="{04B5D893-2015-48A4-9261-47923A4FC9D8}" dt="2026-09-14T10:55:27.781" v="956" actId="21"/>
          <ac:spMkLst>
            <pc:docMk/>
            <pc:sldMk cId="0" sldId="273"/>
            <ac:spMk id="14" creationId="{00000000-0000-0000-0000-000000000000}"/>
          </ac:spMkLst>
        </pc:spChg>
      </pc:sldChg>
      <pc:sldChg chg="del">
        <pc:chgData name="nisham karki" userId="61f1c35787a38747" providerId="LiveId" clId="{04B5D893-2015-48A4-9261-47923A4FC9D8}" dt="2026-09-14T10:35:26.592" v="780" actId="47"/>
        <pc:sldMkLst>
          <pc:docMk/>
          <pc:sldMk cId="0" sldId="274"/>
        </pc:sldMkLst>
      </pc:sldChg>
      <pc:sldChg chg="addSp delSp modSp mod">
        <pc:chgData name="nisham karki" userId="61f1c35787a38747" providerId="LiveId" clId="{04B5D893-2015-48A4-9261-47923A4FC9D8}" dt="2026-09-14T10:57:59.041" v="991" actId="1076"/>
        <pc:sldMkLst>
          <pc:docMk/>
          <pc:sldMk cId="0" sldId="275"/>
        </pc:sldMkLst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1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7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29.117" v="966" actId="1076"/>
          <ac:spMkLst>
            <pc:docMk/>
            <pc:sldMk cId="0" sldId="275"/>
            <ac:spMk id="28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56:24.043" v="965" actId="478"/>
          <ac:spMkLst>
            <pc:docMk/>
            <pc:sldMk cId="0" sldId="275"/>
            <ac:spMk id="29" creationId="{00000000-0000-0000-0000-000000000000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35" creationId="{1A1D949C-8741-9F71-9737-EB5098B6076A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37" creationId="{420F70C1-3F2B-F62A-0C19-E5598CB21A10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43" creationId="{D7482570-8FD3-C493-D20F-9D03821DE314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45" creationId="{26435DBA-3532-4FFD-791E-5F9A43B14F7F}"/>
          </ac:spMkLst>
        </pc:spChg>
        <pc:spChg chg="add mod">
          <ac:chgData name="nisham karki" userId="61f1c35787a38747" providerId="LiveId" clId="{04B5D893-2015-48A4-9261-47923A4FC9D8}" dt="2026-09-14T10:56:52.636" v="971"/>
          <ac:spMkLst>
            <pc:docMk/>
            <pc:sldMk cId="0" sldId="275"/>
            <ac:spMk id="49" creationId="{9D33E728-9F09-D5C4-0231-BBDA73AB5046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51" creationId="{74466A32-DCE8-420A-CD47-69FBDFC766BE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53" creationId="{432E1AEB-DA49-1E32-4493-19192BE6DA35}"/>
          </ac:spMkLst>
        </pc:spChg>
        <pc:spChg chg="add">
          <ac:chgData name="nisham karki" userId="61f1c35787a38747" providerId="LiveId" clId="{04B5D893-2015-48A4-9261-47923A4FC9D8}" dt="2026-09-14T10:56:37.183" v="967" actId="22"/>
          <ac:spMkLst>
            <pc:docMk/>
            <pc:sldMk cId="0" sldId="275"/>
            <ac:spMk id="55" creationId="{BA3F8319-BE88-8E62-EB4B-3158B2786CE6}"/>
          </ac:spMkLst>
        </pc:spChg>
        <pc:spChg chg="add mod">
          <ac:chgData name="nisham karki" userId="61f1c35787a38747" providerId="LiveId" clId="{04B5D893-2015-48A4-9261-47923A4FC9D8}" dt="2026-09-14T10:57:00.714" v="976"/>
          <ac:spMkLst>
            <pc:docMk/>
            <pc:sldMk cId="0" sldId="275"/>
            <ac:spMk id="57" creationId="{9FCE5F4E-3E1B-57A5-FB40-F671ADE55B44}"/>
          </ac:spMkLst>
        </pc:spChg>
        <pc:spChg chg="add mod">
          <ac:chgData name="nisham karki" userId="61f1c35787a38747" providerId="LiveId" clId="{04B5D893-2015-48A4-9261-47923A4FC9D8}" dt="2026-09-14T10:57:59.041" v="991" actId="1076"/>
          <ac:spMkLst>
            <pc:docMk/>
            <pc:sldMk cId="0" sldId="275"/>
            <ac:spMk id="59" creationId="{1777A852-9F3A-458B-C106-126E4A8344F5}"/>
          </ac:spMkLst>
        </pc:spChg>
        <pc:spChg chg="add del mod">
          <ac:chgData name="nisham karki" userId="61f1c35787a38747" providerId="LiveId" clId="{04B5D893-2015-48A4-9261-47923A4FC9D8}" dt="2026-09-14T10:57:11.384" v="980" actId="22"/>
          <ac:spMkLst>
            <pc:docMk/>
            <pc:sldMk cId="0" sldId="275"/>
            <ac:spMk id="61" creationId="{6360E31C-E137-A58E-40EB-EBDCF03EA629}"/>
          </ac:spMkLst>
        </pc:spChg>
        <pc:spChg chg="add mod">
          <ac:chgData name="nisham karki" userId="61f1c35787a38747" providerId="LiveId" clId="{04B5D893-2015-48A4-9261-47923A4FC9D8}" dt="2026-09-14T10:57:22.438" v="985" actId="20577"/>
          <ac:spMkLst>
            <pc:docMk/>
            <pc:sldMk cId="0" sldId="275"/>
            <ac:spMk id="63" creationId="{1E07C63E-986D-FFC8-714F-B24A141D2281}"/>
          </ac:spMkLst>
        </pc:spChg>
      </pc:sldChg>
      <pc:sldChg chg="modSp del mod">
        <pc:chgData name="nisham karki" userId="61f1c35787a38747" providerId="LiveId" clId="{04B5D893-2015-48A4-9261-47923A4FC9D8}" dt="2026-09-14T10:57:27.530" v="988" actId="47"/>
        <pc:sldMkLst>
          <pc:docMk/>
          <pc:sldMk cId="0" sldId="276"/>
        </pc:sldMkLst>
        <pc:spChg chg="mod">
          <ac:chgData name="nisham karki" userId="61f1c35787a38747" providerId="LiveId" clId="{04B5D893-2015-48A4-9261-47923A4FC9D8}" dt="2026-09-14T10:56:44.307" v="968" actId="21"/>
          <ac:spMkLst>
            <pc:docMk/>
            <pc:sldMk cId="0" sldId="276"/>
            <ac:spMk id="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50.199" v="970" actId="21"/>
          <ac:spMkLst>
            <pc:docMk/>
            <pc:sldMk cId="0" sldId="276"/>
            <ac:spMk id="10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56:56.772" v="974" actId="21"/>
          <ac:spMkLst>
            <pc:docMk/>
            <pc:sldMk cId="0" sldId="276"/>
            <ac:spMk id="14" creationId="{00000000-0000-0000-0000-000000000000}"/>
          </ac:spMkLst>
        </pc:spChg>
      </pc:sldChg>
      <pc:sldChg chg="del">
        <pc:chgData name="nisham karki" userId="61f1c35787a38747" providerId="LiveId" clId="{04B5D893-2015-48A4-9261-47923A4FC9D8}" dt="2026-09-14T10:35:30.679" v="781" actId="47"/>
        <pc:sldMkLst>
          <pc:docMk/>
          <pc:sldMk cId="0" sldId="277"/>
        </pc:sldMkLst>
      </pc:sldChg>
      <pc:sldChg chg="addSp delSp modSp mod ord">
        <pc:chgData name="nisham karki" userId="61f1c35787a38747" providerId="LiveId" clId="{04B5D893-2015-48A4-9261-47923A4FC9D8}" dt="2026-09-14T10:48:46.416" v="875" actId="255"/>
        <pc:sldMkLst>
          <pc:docMk/>
          <pc:sldMk cId="0" sldId="278"/>
        </pc:sldMkLst>
        <pc:spChg chg="del">
          <ac:chgData name="nisham karki" userId="61f1c35787a38747" providerId="LiveId" clId="{04B5D893-2015-48A4-9261-47923A4FC9D8}" dt="2026-09-14T10:43:51.280" v="827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01.351" v="847" actId="478"/>
          <ac:spMkLst>
            <pc:docMk/>
            <pc:sldMk cId="0" sldId="278"/>
            <ac:spMk id="4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46:05.398" v="849" actId="478"/>
          <ac:spMkLst>
            <pc:docMk/>
            <pc:sldMk cId="0" sldId="278"/>
            <ac:spMk id="5" creationId="{00000000-0000-0000-0000-000000000000}"/>
          </ac:spMkLst>
        </pc:spChg>
        <pc:spChg chg="del mod">
          <ac:chgData name="nisham karki" userId="61f1c35787a38747" providerId="LiveId" clId="{04B5D893-2015-48A4-9261-47923A4FC9D8}" dt="2026-09-14T10:46:08.521" v="850" actId="478"/>
          <ac:spMkLst>
            <pc:docMk/>
            <pc:sldMk cId="0" sldId="278"/>
            <ac:spMk id="6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47:43.379" v="869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48:12.491" v="873" actId="255"/>
          <ac:spMkLst>
            <pc:docMk/>
            <pc:sldMk cId="0" sldId="278"/>
            <ac:spMk id="8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43:58.434" v="829" actId="20577"/>
          <ac:spMkLst>
            <pc:docMk/>
            <pc:sldMk cId="0" sldId="278"/>
            <ac:spMk id="9" creationId="{00000000-0000-0000-0000-000000000000}"/>
          </ac:spMkLst>
        </pc:spChg>
        <pc:spChg chg="mod">
          <ac:chgData name="nisham karki" userId="61f1c35787a38747" providerId="LiveId" clId="{04B5D893-2015-48A4-9261-47923A4FC9D8}" dt="2026-09-14T10:48:46.416" v="875" actId="255"/>
          <ac:spMkLst>
            <pc:docMk/>
            <pc:sldMk cId="0" sldId="278"/>
            <ac:spMk id="10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38.357" v="859" actId="478"/>
          <ac:spMkLst>
            <pc:docMk/>
            <pc:sldMk cId="0" sldId="278"/>
            <ac:spMk id="11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41.326" v="860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5:44.198" v="841" actId="478"/>
          <ac:spMkLst>
            <pc:docMk/>
            <pc:sldMk cId="0" sldId="278"/>
            <ac:spMk id="13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14.864" v="852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5:46.356" v="842" actId="478"/>
          <ac:spMkLst>
            <pc:docMk/>
            <pc:sldMk cId="0" sldId="278"/>
            <ac:spMk id="15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22.771" v="856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16.898" v="853" actId="478"/>
          <ac:spMkLst>
            <pc:docMk/>
            <pc:sldMk cId="0" sldId="278"/>
            <ac:spMk id="17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5:48.040" v="843" actId="478"/>
          <ac:spMkLst>
            <pc:docMk/>
            <pc:sldMk cId="0" sldId="278"/>
            <ac:spMk id="18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5:49.910" v="844" actId="478"/>
          <ac:spMkLst>
            <pc:docMk/>
            <pc:sldMk cId="0" sldId="278"/>
            <ac:spMk id="19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20.456" v="855" actId="478"/>
          <ac:spMkLst>
            <pc:docMk/>
            <pc:sldMk cId="0" sldId="278"/>
            <ac:spMk id="20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18.444" v="854" actId="478"/>
          <ac:spMkLst>
            <pc:docMk/>
            <pc:sldMk cId="0" sldId="278"/>
            <ac:spMk id="21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5:52.345" v="845" actId="478"/>
          <ac:spMkLst>
            <pc:docMk/>
            <pc:sldMk cId="0" sldId="278"/>
            <ac:spMk id="22" creationId="{00000000-0000-0000-0000-000000000000}"/>
          </ac:spMkLst>
        </pc:spChg>
        <pc:spChg chg="del">
          <ac:chgData name="nisham karki" userId="61f1c35787a38747" providerId="LiveId" clId="{04B5D893-2015-48A4-9261-47923A4FC9D8}" dt="2026-09-14T10:46:12.029" v="851" actId="478"/>
          <ac:spMkLst>
            <pc:docMk/>
            <pc:sldMk cId="0" sldId="278"/>
            <ac:spMk id="23" creationId="{00000000-0000-0000-0000-000000000000}"/>
          </ac:spMkLst>
        </pc:spChg>
        <pc:spChg chg="add">
          <ac:chgData name="nisham karki" userId="61f1c35787a38747" providerId="LiveId" clId="{04B5D893-2015-48A4-9261-47923A4FC9D8}" dt="2026-09-14T10:43:59.594" v="831"/>
          <ac:spMkLst>
            <pc:docMk/>
            <pc:sldMk cId="0" sldId="278"/>
            <ac:spMk id="27" creationId="{1895200C-1983-12D7-ED0B-0DE35D88CBB1}"/>
          </ac:spMkLst>
        </pc:spChg>
        <pc:graphicFrameChg chg="add del mod modGraphic">
          <ac:chgData name="nisham karki" userId="61f1c35787a38747" providerId="LiveId" clId="{04B5D893-2015-48A4-9261-47923A4FC9D8}" dt="2026-09-14T10:44:11.372" v="833" actId="478"/>
          <ac:graphicFrameMkLst>
            <pc:docMk/>
            <pc:sldMk cId="0" sldId="278"/>
            <ac:graphicFrameMk id="24" creationId="{A6F9C13A-DAF9-D190-F0E5-5DBF4B046888}"/>
          </ac:graphicFrameMkLst>
        </pc:graphicFrameChg>
      </pc:sldChg>
      <pc:sldChg chg="del">
        <pc:chgData name="nisham karki" userId="61f1c35787a38747" providerId="LiveId" clId="{04B5D893-2015-48A4-9261-47923A4FC9D8}" dt="2026-09-14T10:35:49.765" v="782" actId="47"/>
        <pc:sldMkLst>
          <pc:docMk/>
          <pc:sldMk cId="0" sldId="279"/>
        </pc:sldMkLst>
      </pc:sldChg>
      <pc:sldChg chg="ord">
        <pc:chgData name="nisham karki" userId="61f1c35787a38747" providerId="LiveId" clId="{04B5D893-2015-48A4-9261-47923A4FC9D8}" dt="2026-09-14T10:36:29.132" v="787"/>
        <pc:sldMkLst>
          <pc:docMk/>
          <pc:sldMk cId="0" sldId="291"/>
        </pc:sldMkLst>
      </pc:sldChg>
      <pc:sldChg chg="del">
        <pc:chgData name="nisham karki" userId="61f1c35787a38747" providerId="LiveId" clId="{04B5D893-2015-48A4-9261-47923A4FC9D8}" dt="2026-09-14T10:35:51.822" v="783" actId="47"/>
        <pc:sldMkLst>
          <pc:docMk/>
          <pc:sldMk cId="2169370243" sldId="294"/>
        </pc:sldMkLst>
      </pc:sldChg>
      <pc:sldChg chg="del">
        <pc:chgData name="nisham karki" userId="61f1c35787a38747" providerId="LiveId" clId="{04B5D893-2015-48A4-9261-47923A4FC9D8}" dt="2026-09-14T10:35:53.449" v="784" actId="47"/>
        <pc:sldMkLst>
          <pc:docMk/>
          <pc:sldMk cId="3218181395" sldId="295"/>
        </pc:sldMkLst>
      </pc:sldChg>
      <pc:sldChg chg="del">
        <pc:chgData name="nisham karki" userId="61f1c35787a38747" providerId="LiveId" clId="{04B5D893-2015-48A4-9261-47923A4FC9D8}" dt="2026-09-14T10:35:54.788" v="785" actId="47"/>
        <pc:sldMkLst>
          <pc:docMk/>
          <pc:sldMk cId="2557345396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55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FileSync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823960" y="64739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 491 Formal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B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731520" y="731520"/>
            <a:ext cx="1143000" cy="32004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74520" y="731520"/>
            <a:ext cx="960120" cy="77724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77240" cy="114300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2194560"/>
            <a:ext cx="1188720" cy="68580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832104" y="2880360"/>
            <a:ext cx="1865376" cy="27432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2734056" y="1508760"/>
            <a:ext cx="100584" cy="1408176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896112" y="2194560"/>
            <a:ext cx="576068" cy="960120"/>
          </a:xfrm>
          <a:prstGeom prst="line">
            <a:avLst/>
          </a:prstGeom>
          <a:noFill/>
          <a:ln w="25400">
            <a:solidFill>
              <a:srgbClr val="7FA6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" y="950976"/>
            <a:ext cx="201168" cy="201168"/>
          </a:xfrm>
          <a:prstGeom prst="ellipse">
            <a:avLst/>
          </a:prstGeom>
          <a:solidFill>
            <a:srgbClr val="A9C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73936" y="63093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34056" y="1408176"/>
            <a:ext cx="201168" cy="201168"/>
          </a:xfrm>
          <a:prstGeom prst="ellipse">
            <a:avLst/>
          </a:prstGeom>
          <a:solidFill>
            <a:srgbClr val="A9C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08176" y="209397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96896" y="2779776"/>
            <a:ext cx="201168" cy="201168"/>
          </a:xfrm>
          <a:prstGeom prst="ellipse">
            <a:avLst/>
          </a:prstGeom>
          <a:solidFill>
            <a:srgbClr val="A9C8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3054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126187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FileSync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270248" y="2029968"/>
            <a:ext cx="6949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Distributed Peer-to-Peer File Synchronization System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279392" y="3319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Proposal Presentation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79392" y="49377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Nisham Karki  |  Rabindra Neupane  |  Santosh Tripathee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79392" y="53766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Domain Expert: Dr. Bei Xie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79392" y="592531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State University - CSCI 491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Nisham Karki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Engine &amp; Data Integrity Lead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179577"/>
            <a:ext cx="2860628" cy="384048"/>
          </a:xfrm>
          <a:prstGeom prst="roundRect">
            <a:avLst>
              <a:gd name="adj" fmla="val 19048"/>
            </a:avLst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90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 (Slide: 2,6,7,10,16)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1325880" cy="1325880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995928" y="1499616"/>
            <a:ext cx="406908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46804" y="1612232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46804" y="2096864"/>
            <a:ext cx="3666744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Computer Science, McNeese State University (2022-present)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 playable Tetris game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Bookstore web application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Manager application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0956" y="1490472"/>
            <a:ext cx="3195828" cy="1938528"/>
          </a:xfrm>
          <a:prstGeom prst="roundRect">
            <a:avLst>
              <a:gd name="adj" fmla="val 3774"/>
            </a:avLst>
          </a:prstGeom>
          <a:solidFill>
            <a:srgbClr val="F4F7F9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45652" y="1615359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45652" y="2126461"/>
            <a:ext cx="4014216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Python, PHP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AJAX/Fetch API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CFF9AD-31E7-C09E-32D6-23BC00A2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12" y="1673353"/>
            <a:ext cx="3131332" cy="460311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94AADB8-1839-7054-D326-F3D616642509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Sli</a:t>
            </a:r>
            <a:endParaRPr lang="en-US" dirty="0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B3A41-758A-B7D9-3029-7703783EFA8F}"/>
              </a:ext>
            </a:extLst>
          </p:cNvPr>
          <p:cNvSpPr/>
          <p:nvPr/>
        </p:nvSpPr>
        <p:spPr>
          <a:xfrm>
            <a:off x="9837019" y="6344973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B29300-6A19-45B2-CC71-40A5B3054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3463251"/>
            <a:ext cx="6901163" cy="28474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Rabindra Neupane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&amp; Distributed Storage Lead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216152"/>
            <a:ext cx="3008376" cy="384048"/>
          </a:xfrm>
          <a:prstGeom prst="roundRect">
            <a:avLst>
              <a:gd name="adj" fmla="val 19048"/>
            </a:avLst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261872"/>
            <a:ext cx="300837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2: (Slide 3,8,11,13,14, 12, 17)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1325880" cy="1325880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09506" y="1609344"/>
            <a:ext cx="406908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10674" y="1709928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10674" y="2095420"/>
            <a:ext cx="3666744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Computer Science, McNeese State University (2022-present)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McNeese </a:t>
            </a:r>
            <a:r>
              <a:rPr lang="en-US" sz="1600" dirty="0" err="1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BookStore</a:t>
            </a:r>
            <a:r>
              <a:rPr lang="en-US" sz="1600" dirty="0">
                <a:solidFill>
                  <a:srgbClr val="1F2933"/>
                </a:solidFill>
                <a:latin typeface="Arial" pitchFamily="34" charset="0"/>
                <a:cs typeface="Arial" pitchFamily="34" charset="-120"/>
              </a:rPr>
              <a:t> Website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/>
              <a:t>Stress Management Website</a:t>
            </a:r>
          </a:p>
          <a:p>
            <a:pPr marL="279400" indent="-279400">
              <a:buSzPct val="100000"/>
              <a:buChar char="•"/>
            </a:pPr>
            <a:r>
              <a:rPr lang="en-US" sz="1600" dirty="0"/>
              <a:t>Tetris</a:t>
            </a:r>
          </a:p>
        </p:txBody>
      </p:sp>
      <p:sp>
        <p:nvSpPr>
          <p:cNvPr id="11" name="Shape 9"/>
          <p:cNvSpPr/>
          <p:nvPr/>
        </p:nvSpPr>
        <p:spPr>
          <a:xfrm>
            <a:off x="8420180" y="1577340"/>
            <a:ext cx="3421300" cy="1938528"/>
          </a:xfrm>
          <a:prstGeom prst="roundRect">
            <a:avLst>
              <a:gd name="adj" fmla="val 3774"/>
            </a:avLst>
          </a:prstGeom>
          <a:solidFill>
            <a:srgbClr val="F4F7F9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3435" y="1709928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3435" y="2168572"/>
            <a:ext cx="4014216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Python, HTML, CSS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SQLite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GitHub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589CAA-2F49-77BD-8743-D271D0D1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05" y="1828800"/>
            <a:ext cx="3442716" cy="459028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2196943-F970-9B83-5770-9A78CED2B1A7}"/>
              </a:ext>
            </a:extLst>
          </p:cNvPr>
          <p:cNvSpPr/>
          <p:nvPr/>
        </p:nvSpPr>
        <p:spPr>
          <a:xfrm>
            <a:off x="250257" y="6473951"/>
            <a:ext cx="1222409" cy="309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1B236-7D4A-786E-7819-41E4EB2E2B31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04EC8C-D7FA-925C-62D7-CBEE774C5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506" y="3613658"/>
            <a:ext cx="6506678" cy="2912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Santosh Tripathee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Management &amp; Conflict Resolution Lead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216152"/>
            <a:ext cx="3145536" cy="384048"/>
          </a:xfrm>
          <a:prstGeom prst="roundRect">
            <a:avLst>
              <a:gd name="adj" fmla="val 19048"/>
            </a:avLst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89304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3: (Slide 1,4,5, 9,12,15)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1325880" cy="1325880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995928" y="1664208"/>
            <a:ext cx="4069080" cy="23042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46804" y="1738323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68118" y="2087961"/>
            <a:ext cx="3666744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Computer Science, McNeese State University (2023-present)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in the Nepal Police for almost six years before coming to the United States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process discipline and reliability focus to the project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13134" y="1647364"/>
            <a:ext cx="3728346" cy="2321132"/>
          </a:xfrm>
          <a:prstGeom prst="roundRect">
            <a:avLst>
              <a:gd name="adj" fmla="val 3774"/>
            </a:avLst>
          </a:prstGeom>
          <a:solidFill>
            <a:srgbClr val="F4F7F9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72053" y="1752520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FileSync technical focus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72053" y="2126702"/>
            <a:ext cx="3630650" cy="1152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programming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schema design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tracking and conflict detection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CSS for conflict UI</a:t>
            </a:r>
            <a:endParaRPr lang="en-US" sz="1600" dirty="0"/>
          </a:p>
          <a:p>
            <a:pPr marL="279400" indent="-279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instrumentation and data analysis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566C83-023D-8656-D3A7-F281248C4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5" y="1738323"/>
            <a:ext cx="3720623" cy="315131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47B8702-A94A-CBA3-EE1E-F01C944C01E1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ABD3B-8E3A-03FD-9CBE-E457D4C36C47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83D910-8E54-6275-E0A6-4147E1A07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266" y="3965590"/>
            <a:ext cx="6388046" cy="26237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90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64208" y="1362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FileSync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36245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and client expectation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64208" y="2112264"/>
            <a:ext cx="9144000" cy="0"/>
          </a:xfrm>
          <a:prstGeom prst="line">
            <a:avLst/>
          </a:prstGeom>
          <a:noFill/>
          <a:ln w="1270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50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64208" y="23225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of need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32257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/>
              <a:t>Need this project fills</a:t>
            </a:r>
          </a:p>
        </p:txBody>
      </p:sp>
      <p:sp>
        <p:nvSpPr>
          <p:cNvPr id="12" name="Shape 10"/>
          <p:cNvSpPr/>
          <p:nvPr/>
        </p:nvSpPr>
        <p:spPr>
          <a:xfrm>
            <a:off x="1664208" y="3072384"/>
            <a:ext cx="9144000" cy="0"/>
          </a:xfrm>
          <a:prstGeom prst="line">
            <a:avLst/>
          </a:prstGeom>
          <a:noFill/>
          <a:ln w="1270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64208" y="32826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Deep Dive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28269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Goal-specific work, issues, and areas of learning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664208" y="4032504"/>
            <a:ext cx="9144000" cy="0"/>
          </a:xfrm>
          <a:prstGeom prst="line">
            <a:avLst/>
          </a:prstGeom>
          <a:noFill/>
          <a:ln w="1270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37083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64208" y="4242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424281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report deliverables, and timeline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664208" y="4992624"/>
            <a:ext cx="9144000" cy="0"/>
          </a:xfrm>
          <a:prstGeom prst="line">
            <a:avLst/>
          </a:prstGeom>
          <a:noFill/>
          <a:ln w="1270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51663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53309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64208" y="5202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&amp; References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754880" y="520293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/>
              <a:t>Special Provisions, assumptions, constraints and references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442D88-EA20-6110-3E45-7159A1F4B69A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63A429-3878-7A4F-D975-A6A17CA100CB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DDEBF7"/>
          </a:solidFill>
          <a:ln w="15240">
            <a:solidFill>
              <a:srgbClr val="B7D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5819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divide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039112"/>
            <a:ext cx="2999232" cy="3438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synchronized files automatically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modified files into fixed-size chunks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SHA-256 hashes to identify changed chunks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9976" y="1417320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FBE5D6"/>
          </a:solidFill>
          <a:ln w="15240">
            <a:solidFill>
              <a:srgbClr val="E8C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1144" y="15819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 &amp; reconstruct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81144" y="2039112"/>
            <a:ext cx="2999232" cy="3438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only modified chunks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across multiple FileSync clients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a complete usable file on the receiving device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01584" y="1417320"/>
            <a:ext cx="3401568" cy="4224528"/>
          </a:xfrm>
          <a:prstGeom prst="roundRect">
            <a:avLst>
              <a:gd name="adj" fmla="val 2151"/>
            </a:avLst>
          </a:prstGeom>
          <a:solidFill>
            <a:srgbClr val="DCEFE8"/>
          </a:solidFill>
          <a:ln w="15240">
            <a:solidFill>
              <a:srgbClr val="B8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02752" y="15819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evaluate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2039112"/>
            <a:ext cx="2999232" cy="34381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transferred data integrity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versions and preserve conflicts</a:t>
            </a:r>
            <a:endParaRPr lang="en-US" sz="2400" dirty="0"/>
          </a:p>
          <a:p>
            <a:pPr marL="279400" indent="-279400"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traffic, time, resource use, chunk size, and conflict latency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E33A7-C78C-C6B0-80B9-5C52D6494076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21C91-D948-11AA-86A2-FF585EC97EBB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">
            <a:extLst>
              <a:ext uri="{FF2B5EF4-FFF2-40B4-BE49-F238E27FC236}">
                <a16:creationId xmlns:a16="http://schemas.microsoft.com/office/drawing/2014/main" id="{87E437D5-2E5E-3C0F-A4D9-7A5AD3AEDE58}"/>
              </a:ext>
            </a:extLst>
          </p:cNvPr>
          <p:cNvSpPr/>
          <p:nvPr/>
        </p:nvSpPr>
        <p:spPr>
          <a:xfrm>
            <a:off x="685800" y="4727448"/>
            <a:ext cx="10808208" cy="758952"/>
          </a:xfrm>
          <a:prstGeom prst="roundRect">
            <a:avLst>
              <a:gd name="adj" fmla="val 1667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D2D8B22-09B2-FE45-69BF-C4E67C2FED80}"/>
              </a:ext>
            </a:extLst>
          </p:cNvPr>
          <p:cNvSpPr/>
          <p:nvPr/>
        </p:nvSpPr>
        <p:spPr>
          <a:xfrm>
            <a:off x="685801" y="3737330"/>
            <a:ext cx="10808208" cy="758952"/>
          </a:xfrm>
          <a:prstGeom prst="roundRect">
            <a:avLst>
              <a:gd name="adj" fmla="val 1667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C026102-D976-6E5A-1B12-200AD930EC2D}"/>
              </a:ext>
            </a:extLst>
          </p:cNvPr>
          <p:cNvSpPr/>
          <p:nvPr/>
        </p:nvSpPr>
        <p:spPr>
          <a:xfrm>
            <a:off x="685800" y="2775204"/>
            <a:ext cx="10808208" cy="758952"/>
          </a:xfrm>
          <a:prstGeom prst="roundRect">
            <a:avLst>
              <a:gd name="adj" fmla="val 1667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2A6C6DF1-3BB7-F17A-121D-EB131C7850A0}"/>
              </a:ext>
            </a:extLst>
          </p:cNvPr>
          <p:cNvSpPr/>
          <p:nvPr/>
        </p:nvSpPr>
        <p:spPr>
          <a:xfrm>
            <a:off x="685801" y="1773936"/>
            <a:ext cx="10808208" cy="758952"/>
          </a:xfrm>
          <a:prstGeom prst="roundRect">
            <a:avLst>
              <a:gd name="adj" fmla="val 1667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of problem / need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822960"/>
            <a:ext cx="10808208" cy="758952"/>
          </a:xfrm>
          <a:prstGeom prst="roundRect">
            <a:avLst>
              <a:gd name="adj" fmla="val 1667"/>
            </a:avLst>
          </a:prstGeom>
          <a:solidFill>
            <a:srgbClr val="123C56"/>
          </a:solidFill>
          <a:ln w="12700">
            <a:solidFill>
              <a:srgbClr val="123C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6864" y="960120"/>
            <a:ext cx="10796016" cy="531779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Small edits to large files can be inefficient to synchronize</a:t>
            </a:r>
          </a:p>
          <a:p>
            <a:pPr marL="279400" indent="-279400">
              <a:buSzPct val="100000"/>
              <a:buChar char="•"/>
            </a:pPr>
            <a:endParaRPr lang="en-US" sz="32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279400" indent="-279400">
              <a:buSzPct val="100000"/>
              <a:buChar char="•"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Whole file transfer waste network bandwidth </a:t>
            </a:r>
          </a:p>
          <a:p>
            <a:pPr marL="279400" indent="-279400">
              <a:buSzPct val="100000"/>
              <a:buChar char="•"/>
            </a:pPr>
            <a:endParaRPr lang="en-US" sz="32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279400" indent="-279400">
              <a:buSzPct val="100000"/>
              <a:buChar char="•"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Independent edits create version conflict </a:t>
            </a:r>
          </a:p>
          <a:p>
            <a:pPr marL="279400" indent="-279400">
              <a:buSzPct val="100000"/>
              <a:buChar char="•"/>
            </a:pPr>
            <a:endParaRPr lang="en-US" sz="32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279400" indent="-279400">
              <a:buSzPct val="100000"/>
              <a:buChar char="•"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Existing synchronization tools hide system process</a:t>
            </a:r>
          </a:p>
          <a:p>
            <a:pPr>
              <a:buSzPct val="100000"/>
            </a:pPr>
            <a:endParaRPr lang="en-US" sz="32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279400" indent="-279400">
              <a:buSzPct val="100000"/>
              <a:buChar char="•"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FileSync lets us test synchronization process</a:t>
            </a:r>
            <a:endParaRPr lang="en-US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D286F0-B0C8-7669-BAD8-767817ABBDF2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5F2CE-B62B-48D4-F055-50AB734E13A6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798" y="1335023"/>
            <a:ext cx="5559553" cy="4769156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032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7" y="1335022"/>
            <a:ext cx="5327904" cy="4690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/>
              <a:t>Go</a:t>
            </a:r>
            <a:r>
              <a:rPr lang="en-US" sz="2200" dirty="0"/>
              <a:t> — Backend &amp; sync engine</a:t>
            </a:r>
            <a:br>
              <a:rPr lang="en-US" sz="2200" dirty="0"/>
            </a:br>
            <a:r>
              <a:rPr lang="en-US" sz="2200" b="1" dirty="0"/>
              <a:t>Wails</a:t>
            </a:r>
            <a:r>
              <a:rPr lang="en-US" sz="2200" dirty="0"/>
              <a:t> — Desktop application framework</a:t>
            </a:r>
            <a:br>
              <a:rPr lang="en-US" sz="2200" dirty="0"/>
            </a:br>
            <a:r>
              <a:rPr lang="en-US" sz="2200" b="1" dirty="0"/>
              <a:t>TypeScript + HTML/CSS</a:t>
            </a:r>
            <a:r>
              <a:rPr lang="en-US" sz="2200" dirty="0"/>
              <a:t> — User interface</a:t>
            </a:r>
            <a:br>
              <a:rPr lang="en-US" sz="2200" dirty="0"/>
            </a:br>
            <a:r>
              <a:rPr lang="en-US" sz="2200" b="1" dirty="0"/>
              <a:t>SQLite</a:t>
            </a:r>
            <a:r>
              <a:rPr lang="en-US" sz="2200" dirty="0"/>
              <a:t> — Metadata &amp; version storage</a:t>
            </a:r>
            <a:br>
              <a:rPr lang="en-US" sz="2200" dirty="0"/>
            </a:br>
            <a:r>
              <a:rPr lang="en-US" sz="2200" b="1" dirty="0"/>
              <a:t>Go net/http</a:t>
            </a:r>
            <a:r>
              <a:rPr lang="en-US" sz="2200" dirty="0"/>
              <a:t> — Client-to-client communication</a:t>
            </a:r>
            <a:br>
              <a:rPr lang="en-US" sz="2200" dirty="0"/>
            </a:br>
            <a:r>
              <a:rPr lang="en-US" sz="2200" b="1" dirty="0"/>
              <a:t>SHA-256</a:t>
            </a:r>
            <a:r>
              <a:rPr lang="en-US" sz="2200" dirty="0"/>
              <a:t> — Chunk hashing &amp; integrity verification</a:t>
            </a:r>
            <a:br>
              <a:rPr lang="en-US" sz="2200" dirty="0"/>
            </a:br>
            <a:r>
              <a:rPr lang="en-US" sz="2200" b="1" dirty="0" err="1"/>
              <a:t>fsnotify</a:t>
            </a:r>
            <a:r>
              <a:rPr lang="en-US" sz="2200" dirty="0"/>
              <a:t> — File-system change monitoring</a:t>
            </a:r>
            <a:br>
              <a:rPr lang="en-US" sz="2200" dirty="0"/>
            </a:br>
            <a:r>
              <a:rPr lang="en-US" sz="2200" b="1" dirty="0"/>
              <a:t>Git/GitHub</a:t>
            </a:r>
            <a:r>
              <a:rPr lang="en-US" sz="2200" dirty="0"/>
              <a:t> — Version control &amp; collaboration</a:t>
            </a: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05256" y="21031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91484" y="1335022"/>
            <a:ext cx="4802524" cy="4769157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032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Application</a:t>
            </a:r>
            <a:br>
              <a:rPr lang="en-US" sz="2200" dirty="0"/>
            </a:br>
            <a:r>
              <a:rPr lang="en-US" sz="2200" dirty="0"/>
              <a:t>Go | Wails | TypeScript | HTML/CSS</a:t>
            </a:r>
          </a:p>
          <a:p>
            <a:r>
              <a:rPr lang="en-US" sz="2200" b="1" dirty="0"/>
              <a:t>Data &amp; Communication</a:t>
            </a:r>
            <a:br>
              <a:rPr lang="en-US" sz="2200" dirty="0"/>
            </a:br>
            <a:r>
              <a:rPr lang="en-US" sz="2200" dirty="0"/>
              <a:t>SQLite | HTTP | JSON</a:t>
            </a:r>
          </a:p>
          <a:p>
            <a:r>
              <a:rPr lang="en-US" sz="2200" b="1" dirty="0"/>
              <a:t>Synchronization</a:t>
            </a:r>
            <a:br>
              <a:rPr lang="en-US" sz="2200" dirty="0"/>
            </a:br>
            <a:r>
              <a:rPr lang="en-US" sz="2200" dirty="0" err="1"/>
              <a:t>fsnotify</a:t>
            </a:r>
            <a:r>
              <a:rPr lang="en-US" sz="2200" dirty="0"/>
              <a:t> | SHA-256</a:t>
            </a:r>
          </a:p>
          <a:p>
            <a:r>
              <a:rPr lang="en-US" sz="2200" b="1" dirty="0"/>
              <a:t>Development</a:t>
            </a:r>
            <a:br>
              <a:rPr lang="en-US" sz="2200" dirty="0"/>
            </a:br>
            <a:r>
              <a:rPr lang="en-US" sz="2200" dirty="0"/>
              <a:t>Git | GitHub | Node.js/</a:t>
            </a:r>
            <a:r>
              <a:rPr lang="en-US" sz="2200" dirty="0" err="1"/>
              <a:t>npm</a:t>
            </a:r>
            <a:endParaRPr lang="en-US" sz="2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393D1-2E2D-7C25-474D-C8B1203DD34F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24D0F6-7C54-887B-D391-96B286CFAB41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Client’s Project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10469880" cy="1234440"/>
          </a:xfrm>
          <a:prstGeom prst="roundRect">
            <a:avLst>
              <a:gd name="adj" fmla="val 5926"/>
            </a:avLst>
          </a:prstGeom>
          <a:solidFill>
            <a:srgbClr val="DDEBF7"/>
          </a:solidFill>
          <a:ln w="15240">
            <a:solidFill>
              <a:srgbClr val="AFCF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70432" y="1700784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network traffic can block-level synchronization reduce compared with whole-file synchronization for different types of file modifications?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306324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transmitted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72968" y="321868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savings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306324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6288" y="321868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66760" y="306324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1352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&amp; disk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79608" y="321868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29768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4443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transferred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72968" y="445312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429768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4443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latency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76288" y="445312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297680"/>
            <a:ext cx="3291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397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31352" y="4443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79608" y="445312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trade-off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36A233-F6FF-83E5-0D76-679D5E1A6DDD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94251A-9157-1415-46B8-AD02BB9E3BFC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Deep Dive - Goal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file change detection and fixed-size chunking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64592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1792224"/>
            <a:ext cx="512064" cy="512064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9019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42316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299923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selected synchronized files for create, modify, delete, and rename events.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15768" y="164592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792224"/>
            <a:ext cx="512064" cy="512064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43784" y="19019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62072" y="242316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62072" y="299923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modified files into fixed-size byte chunks.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47488" y="164592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75504" y="1792224"/>
            <a:ext cx="512064" cy="512064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75504" y="19019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93792" y="242316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93792" y="299923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SHA-256 hash for each chunk.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79208" y="164592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07224" y="1792224"/>
            <a:ext cx="512064" cy="512064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07224" y="19019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512" y="242316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5512" y="299923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new and previous hashes to identify changed chunks.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10928" y="164592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792224"/>
            <a:ext cx="512064" cy="512064"/>
          </a:xfrm>
          <a:prstGeom prst="ellipse">
            <a:avLst/>
          </a:prstGeom>
          <a:solidFill>
            <a:srgbClr val="005F8C"/>
          </a:solidFill>
          <a:ln w="12700">
            <a:solidFill>
              <a:srgbClr val="005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38944" y="19019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7232" y="242316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57232" y="299923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identified modified chunks and metadata into synchronization.</a:t>
            </a:r>
            <a:endParaRPr lang="en-US" sz="13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5531F4-31D8-472F-A648-3C9DA98CDEA3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F8E388-8DA6-1410-1D7E-3211FCA1A1A1}"/>
              </a:ext>
            </a:extLst>
          </p:cNvPr>
          <p:cNvSpPr/>
          <p:nvPr/>
        </p:nvSpPr>
        <p:spPr>
          <a:xfrm>
            <a:off x="10017971" y="5120640"/>
            <a:ext cx="1412907" cy="334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BD326499-38B9-8022-6FF0-02D1A81DD30B}"/>
              </a:ext>
            </a:extLst>
          </p:cNvPr>
          <p:cNvSpPr/>
          <p:nvPr/>
        </p:nvSpPr>
        <p:spPr>
          <a:xfrm>
            <a:off x="804671" y="3827325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1 - Potential issues</a:t>
            </a:r>
            <a:endParaRPr lang="en-US" sz="28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4D82E403-9C54-7245-7FC9-28335FD1B02D}"/>
              </a:ext>
            </a:extLst>
          </p:cNvPr>
          <p:cNvSpPr/>
          <p:nvPr/>
        </p:nvSpPr>
        <p:spPr>
          <a:xfrm>
            <a:off x="956509" y="4293188"/>
            <a:ext cx="2774242" cy="2332201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A8F3B3D-4CEA-0F9F-8C23-08A249E9395C}"/>
              </a:ext>
            </a:extLst>
          </p:cNvPr>
          <p:cNvSpPr/>
          <p:nvPr/>
        </p:nvSpPr>
        <p:spPr>
          <a:xfrm>
            <a:off x="1921734" y="4446785"/>
            <a:ext cx="841248" cy="841248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545B285A-683B-CDB5-C353-6EE35329312E}"/>
              </a:ext>
            </a:extLst>
          </p:cNvPr>
          <p:cNvSpPr/>
          <p:nvPr/>
        </p:nvSpPr>
        <p:spPr>
          <a:xfrm>
            <a:off x="1897791" y="468726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CB8BD45B-07D3-176D-6685-7DF7DEB25F6B}"/>
              </a:ext>
            </a:extLst>
          </p:cNvPr>
          <p:cNvSpPr/>
          <p:nvPr/>
        </p:nvSpPr>
        <p:spPr>
          <a:xfrm>
            <a:off x="1054326" y="5414370"/>
            <a:ext cx="257860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watcher misses or repeatedly detects a file change.</a:t>
            </a:r>
            <a:endParaRPr lang="en-US" sz="1900" dirty="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4C765E0A-4B0A-AB77-B22F-12E70307FDA3}"/>
              </a:ext>
            </a:extLst>
          </p:cNvPr>
          <p:cNvSpPr/>
          <p:nvPr/>
        </p:nvSpPr>
        <p:spPr>
          <a:xfrm>
            <a:off x="4885888" y="4266237"/>
            <a:ext cx="3032621" cy="2373429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B44CAC52-C978-588A-86BA-C4ED05B63971}"/>
              </a:ext>
            </a:extLst>
          </p:cNvPr>
          <p:cNvSpPr/>
          <p:nvPr/>
        </p:nvSpPr>
        <p:spPr>
          <a:xfrm>
            <a:off x="5941348" y="4499563"/>
            <a:ext cx="755052" cy="646022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69290E32-2B6B-88F3-0CC5-D88E21747F06}"/>
              </a:ext>
            </a:extLst>
          </p:cNvPr>
          <p:cNvSpPr/>
          <p:nvPr/>
        </p:nvSpPr>
        <p:spPr>
          <a:xfrm>
            <a:off x="5870952" y="4681728"/>
            <a:ext cx="825447" cy="24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05B4E402-8A30-F2E9-810A-04A6690D4A3F}"/>
              </a:ext>
            </a:extLst>
          </p:cNvPr>
          <p:cNvSpPr/>
          <p:nvPr/>
        </p:nvSpPr>
        <p:spPr>
          <a:xfrm>
            <a:off x="5137110" y="5496645"/>
            <a:ext cx="2530175" cy="10041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edits may make multiple fixed-size chunks appear modified.</a:t>
            </a:r>
            <a:endParaRPr lang="en-US" sz="19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315DFE75-2DE3-052C-852B-46EA4FC9EA75}"/>
              </a:ext>
            </a:extLst>
          </p:cNvPr>
          <p:cNvSpPr/>
          <p:nvPr/>
        </p:nvSpPr>
        <p:spPr>
          <a:xfrm>
            <a:off x="8858607" y="4293188"/>
            <a:ext cx="2635401" cy="2357455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EF209102-ED7A-95AA-D04C-FD00186F8AC6}"/>
              </a:ext>
            </a:extLst>
          </p:cNvPr>
          <p:cNvSpPr/>
          <p:nvPr/>
        </p:nvSpPr>
        <p:spPr>
          <a:xfrm>
            <a:off x="9983319" y="4558364"/>
            <a:ext cx="717328" cy="641674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EBA1294C-95B8-1391-019E-BA44DB78EC70}"/>
              </a:ext>
            </a:extLst>
          </p:cNvPr>
          <p:cNvSpPr/>
          <p:nvPr/>
        </p:nvSpPr>
        <p:spPr>
          <a:xfrm>
            <a:off x="9983319" y="4713812"/>
            <a:ext cx="717328" cy="244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B1CD67F6-5D60-372D-63B0-3C240B7B922F}"/>
              </a:ext>
            </a:extLst>
          </p:cNvPr>
          <p:cNvSpPr/>
          <p:nvPr/>
        </p:nvSpPr>
        <p:spPr>
          <a:xfrm>
            <a:off x="9125950" y="5519010"/>
            <a:ext cx="2198767" cy="9973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and hashing large files causes high CPU usage.</a:t>
            </a:r>
            <a:endParaRPr lang="en-US" sz="19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E76A79C-9F21-63C4-A77D-10E7E71E8780}"/>
              </a:ext>
            </a:extLst>
          </p:cNvPr>
          <p:cNvSpPr/>
          <p:nvPr/>
        </p:nvSpPr>
        <p:spPr>
          <a:xfrm>
            <a:off x="488000" y="9788250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47E81ED-FC90-43A7-5E45-A4FBB0631786}"/>
              </a:ext>
            </a:extLst>
          </p:cNvPr>
          <p:cNvSpPr/>
          <p:nvPr/>
        </p:nvSpPr>
        <p:spPr>
          <a:xfrm>
            <a:off x="10074762" y="9721194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Deep Dive - Goal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239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 only required chunks and reconstruct the newest file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380744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1527048"/>
            <a:ext cx="512064" cy="512064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6367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27340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dynamically register instead of being hardcoded to three PCs.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15768" y="1380744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527048"/>
            <a:ext cx="512064" cy="512064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43784" y="16367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62072" y="21579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62072" y="27340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metadata to determine which chunks are required.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47488" y="1380744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75504" y="1527048"/>
            <a:ext cx="512064" cy="512064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75504" y="16367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93792" y="21579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93792" y="27340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only modified or missing chunks over the local network.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79208" y="1380744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07224" y="1527048"/>
            <a:ext cx="512064" cy="512064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07224" y="16367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512" y="21579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5512" y="27340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chunk locations and support basic replication across devices.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10928" y="1380744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527048"/>
            <a:ext cx="512064" cy="512064"/>
          </a:xfrm>
          <a:prstGeom prst="ellipse">
            <a:avLst/>
          </a:prstGeom>
          <a:solidFill>
            <a:srgbClr val="A64000"/>
          </a:solidFill>
          <a:ln w="12700">
            <a:solidFill>
              <a:srgbClr val="A64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38944" y="16367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7232" y="21579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57232" y="27340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existing and received chunks in the correct order.</a:t>
            </a:r>
            <a:endParaRPr lang="en-US" sz="13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CF0B85-95A5-905E-23EC-EC041FCFF913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7F364D-9278-F170-A29C-134DD3FB047C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7C6CF8D-93B6-F717-F353-DF5B27EBFCC7}"/>
              </a:ext>
            </a:extLst>
          </p:cNvPr>
          <p:cNvSpPr/>
          <p:nvPr/>
        </p:nvSpPr>
        <p:spPr>
          <a:xfrm>
            <a:off x="10017971" y="5120640"/>
            <a:ext cx="1412907" cy="334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284E887E-53EB-2612-C77A-BB4F59FA428D}"/>
              </a:ext>
            </a:extLst>
          </p:cNvPr>
          <p:cNvSpPr/>
          <p:nvPr/>
        </p:nvSpPr>
        <p:spPr>
          <a:xfrm>
            <a:off x="956509" y="4293188"/>
            <a:ext cx="2774242" cy="2332201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3" name="Shape 2">
            <a:extLst>
              <a:ext uri="{FF2B5EF4-FFF2-40B4-BE49-F238E27FC236}">
                <a16:creationId xmlns:a16="http://schemas.microsoft.com/office/drawing/2014/main" id="{F0413010-753A-C725-6CB0-3372DC00242D}"/>
              </a:ext>
            </a:extLst>
          </p:cNvPr>
          <p:cNvSpPr/>
          <p:nvPr/>
        </p:nvSpPr>
        <p:spPr>
          <a:xfrm>
            <a:off x="1921734" y="4446785"/>
            <a:ext cx="841248" cy="841248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3">
            <a:extLst>
              <a:ext uri="{FF2B5EF4-FFF2-40B4-BE49-F238E27FC236}">
                <a16:creationId xmlns:a16="http://schemas.microsoft.com/office/drawing/2014/main" id="{68CA1181-D36C-7D55-B7F0-959F9A9031F6}"/>
              </a:ext>
            </a:extLst>
          </p:cNvPr>
          <p:cNvSpPr/>
          <p:nvPr/>
        </p:nvSpPr>
        <p:spPr>
          <a:xfrm>
            <a:off x="1897791" y="468726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37" name="Shape 5">
            <a:extLst>
              <a:ext uri="{FF2B5EF4-FFF2-40B4-BE49-F238E27FC236}">
                <a16:creationId xmlns:a16="http://schemas.microsoft.com/office/drawing/2014/main" id="{D8F8A0DD-739E-AB86-E9E7-EE76D8F3568B}"/>
              </a:ext>
            </a:extLst>
          </p:cNvPr>
          <p:cNvSpPr/>
          <p:nvPr/>
        </p:nvSpPr>
        <p:spPr>
          <a:xfrm>
            <a:off x="4885888" y="4266237"/>
            <a:ext cx="3032621" cy="2373429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6">
            <a:extLst>
              <a:ext uri="{FF2B5EF4-FFF2-40B4-BE49-F238E27FC236}">
                <a16:creationId xmlns:a16="http://schemas.microsoft.com/office/drawing/2014/main" id="{38269C6A-C91C-FC4E-39DB-27501BD4BFA9}"/>
              </a:ext>
            </a:extLst>
          </p:cNvPr>
          <p:cNvSpPr/>
          <p:nvPr/>
        </p:nvSpPr>
        <p:spPr>
          <a:xfrm>
            <a:off x="5941348" y="4499563"/>
            <a:ext cx="755052" cy="646022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7">
            <a:extLst>
              <a:ext uri="{FF2B5EF4-FFF2-40B4-BE49-F238E27FC236}">
                <a16:creationId xmlns:a16="http://schemas.microsoft.com/office/drawing/2014/main" id="{8EC44B0D-8A48-4A83-9A06-973FE4E990FF}"/>
              </a:ext>
            </a:extLst>
          </p:cNvPr>
          <p:cNvSpPr/>
          <p:nvPr/>
        </p:nvSpPr>
        <p:spPr>
          <a:xfrm>
            <a:off x="5870952" y="4681728"/>
            <a:ext cx="825447" cy="24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43" name="Text 8">
            <a:extLst>
              <a:ext uri="{FF2B5EF4-FFF2-40B4-BE49-F238E27FC236}">
                <a16:creationId xmlns:a16="http://schemas.microsoft.com/office/drawing/2014/main" id="{B88E06D5-DE72-B0B1-117C-714658A158D2}"/>
              </a:ext>
            </a:extLst>
          </p:cNvPr>
          <p:cNvSpPr/>
          <p:nvPr/>
        </p:nvSpPr>
        <p:spPr>
          <a:xfrm>
            <a:off x="5137110" y="5496645"/>
            <a:ext cx="2530175" cy="10041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required chunk may be unavailable when a device storing it is offline.</a:t>
            </a:r>
            <a:endParaRPr lang="en-US" sz="1900" dirty="0"/>
          </a:p>
        </p:txBody>
      </p:sp>
      <p:sp>
        <p:nvSpPr>
          <p:cNvPr id="145" name="Shape 9">
            <a:extLst>
              <a:ext uri="{FF2B5EF4-FFF2-40B4-BE49-F238E27FC236}">
                <a16:creationId xmlns:a16="http://schemas.microsoft.com/office/drawing/2014/main" id="{73C72A96-062E-A859-94D6-5C8055DB7849}"/>
              </a:ext>
            </a:extLst>
          </p:cNvPr>
          <p:cNvSpPr/>
          <p:nvPr/>
        </p:nvSpPr>
        <p:spPr>
          <a:xfrm>
            <a:off x="8986623" y="4206974"/>
            <a:ext cx="2635401" cy="2357455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0">
            <a:extLst>
              <a:ext uri="{FF2B5EF4-FFF2-40B4-BE49-F238E27FC236}">
                <a16:creationId xmlns:a16="http://schemas.microsoft.com/office/drawing/2014/main" id="{53713EA7-6358-E646-5F87-829A6FEDD098}"/>
              </a:ext>
            </a:extLst>
          </p:cNvPr>
          <p:cNvSpPr/>
          <p:nvPr/>
        </p:nvSpPr>
        <p:spPr>
          <a:xfrm>
            <a:off x="9983319" y="4558364"/>
            <a:ext cx="717328" cy="641674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5DC74952-CDC8-8F3B-2392-8C3AEC533DD0}"/>
              </a:ext>
            </a:extLst>
          </p:cNvPr>
          <p:cNvSpPr/>
          <p:nvPr/>
        </p:nvSpPr>
        <p:spPr>
          <a:xfrm>
            <a:off x="9983319" y="4713812"/>
            <a:ext cx="717328" cy="244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1" name="Text 12">
            <a:extLst>
              <a:ext uri="{FF2B5EF4-FFF2-40B4-BE49-F238E27FC236}">
                <a16:creationId xmlns:a16="http://schemas.microsoft.com/office/drawing/2014/main" id="{63828854-303A-BF16-DA6F-2030A70A6AC9}"/>
              </a:ext>
            </a:extLst>
          </p:cNvPr>
          <p:cNvSpPr/>
          <p:nvPr/>
        </p:nvSpPr>
        <p:spPr>
          <a:xfrm>
            <a:off x="9290304" y="5355486"/>
            <a:ext cx="2198767" cy="9973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clients increase communication and synchronization time.</a:t>
            </a:r>
            <a:endParaRPr lang="en-US" sz="1900" dirty="0"/>
          </a:p>
        </p:txBody>
      </p:sp>
      <p:sp>
        <p:nvSpPr>
          <p:cNvPr id="153" name="Text 8">
            <a:extLst>
              <a:ext uri="{FF2B5EF4-FFF2-40B4-BE49-F238E27FC236}">
                <a16:creationId xmlns:a16="http://schemas.microsoft.com/office/drawing/2014/main" id="{CA5ED4F3-0A37-3E00-ACC5-A9F0F421B6AD}"/>
              </a:ext>
            </a:extLst>
          </p:cNvPr>
          <p:cNvSpPr/>
          <p:nvPr/>
        </p:nvSpPr>
        <p:spPr>
          <a:xfrm>
            <a:off x="1235228" y="5441630"/>
            <a:ext cx="2530175" cy="10041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dirty="0"/>
              <a:t>Network interruptions may cause incomplete or failed chunk transfers.</a:t>
            </a:r>
            <a:endParaRPr lang="en-US" sz="2000" dirty="0">
              <a:effectLst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BCA3A38-861F-D547-39AB-E09BEC271300}"/>
              </a:ext>
            </a:extLst>
          </p:cNvPr>
          <p:cNvSpPr txBox="1"/>
          <p:nvPr/>
        </p:nvSpPr>
        <p:spPr>
          <a:xfrm>
            <a:off x="384047" y="3628754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2 - Potential issues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Deep Dive - Goal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reliability through integrity verification and conflict handling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28016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1426464"/>
            <a:ext cx="512064" cy="512064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536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05740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263347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received chunk hashes with expected SHA-256 values.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15768" y="128016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426464"/>
            <a:ext cx="512064" cy="512064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43784" y="1536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62072" y="205740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62072" y="263347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file-version and base-version metadata.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47488" y="128016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75504" y="1426464"/>
            <a:ext cx="512064" cy="512064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75504" y="1536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93792" y="205740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93792" y="263347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independent edits derived from the same prior version.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79208" y="128016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07224" y="1426464"/>
            <a:ext cx="512064" cy="512064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07224" y="1536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512" y="205740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25512" y="263347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both conflicting versions instead of overwriting one.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10928" y="1280160"/>
            <a:ext cx="2057400" cy="21488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26464"/>
            <a:ext cx="512064" cy="512064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38944" y="153619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7232" y="205740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57232" y="263347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conflict-detection latency during evaluation.</a:t>
            </a:r>
            <a:endParaRPr lang="en-US" sz="13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558B22-A7CB-AA9F-9911-CDBA2B09EC06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FDC024-82A7-2E3D-CA91-7264F30A583D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2BE291-2728-6576-E492-AA41EA646CF0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D949C-8741-9F71-9737-EB5098B6076A}"/>
              </a:ext>
            </a:extLst>
          </p:cNvPr>
          <p:cNvSpPr/>
          <p:nvPr/>
        </p:nvSpPr>
        <p:spPr>
          <a:xfrm>
            <a:off x="10017971" y="5120640"/>
            <a:ext cx="1412907" cy="334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420F70C1-3F2B-F62A-0C19-E5598CB21A10}"/>
              </a:ext>
            </a:extLst>
          </p:cNvPr>
          <p:cNvSpPr/>
          <p:nvPr/>
        </p:nvSpPr>
        <p:spPr>
          <a:xfrm>
            <a:off x="956509" y="4293188"/>
            <a:ext cx="2774242" cy="2332201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6DE10B99-C060-D45D-61E9-FBC10E04CF18}"/>
              </a:ext>
            </a:extLst>
          </p:cNvPr>
          <p:cNvSpPr/>
          <p:nvPr/>
        </p:nvSpPr>
        <p:spPr>
          <a:xfrm>
            <a:off x="1921734" y="4446785"/>
            <a:ext cx="841248" cy="841248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E86DC37-9D25-6D40-0A7B-045DB8CFACCA}"/>
              </a:ext>
            </a:extLst>
          </p:cNvPr>
          <p:cNvSpPr/>
          <p:nvPr/>
        </p:nvSpPr>
        <p:spPr>
          <a:xfrm>
            <a:off x="1897791" y="4687264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D7482570-8FD3-C493-D20F-9D03821DE314}"/>
              </a:ext>
            </a:extLst>
          </p:cNvPr>
          <p:cNvSpPr/>
          <p:nvPr/>
        </p:nvSpPr>
        <p:spPr>
          <a:xfrm>
            <a:off x="4885888" y="4266237"/>
            <a:ext cx="3032621" cy="2373429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26435DBA-3532-4FFD-791E-5F9A43B14F7F}"/>
              </a:ext>
            </a:extLst>
          </p:cNvPr>
          <p:cNvSpPr/>
          <p:nvPr/>
        </p:nvSpPr>
        <p:spPr>
          <a:xfrm>
            <a:off x="5941348" y="4499563"/>
            <a:ext cx="755052" cy="646022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D36D5D5-7CF3-43D6-C741-4EC4ECD5A522}"/>
              </a:ext>
            </a:extLst>
          </p:cNvPr>
          <p:cNvSpPr/>
          <p:nvPr/>
        </p:nvSpPr>
        <p:spPr>
          <a:xfrm>
            <a:off x="5870952" y="4681728"/>
            <a:ext cx="825447" cy="245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9D33E728-9F09-D5C4-0231-BBDA73AB5046}"/>
              </a:ext>
            </a:extLst>
          </p:cNvPr>
          <p:cNvSpPr/>
          <p:nvPr/>
        </p:nvSpPr>
        <p:spPr>
          <a:xfrm>
            <a:off x="5137110" y="5496645"/>
            <a:ext cx="2530175" cy="10041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metadata may cause missed or false conflict detection.</a:t>
            </a:r>
            <a:endParaRPr lang="en-US" sz="19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74466A32-DCE8-420A-CD47-69FBDFC766BE}"/>
              </a:ext>
            </a:extLst>
          </p:cNvPr>
          <p:cNvSpPr/>
          <p:nvPr/>
        </p:nvSpPr>
        <p:spPr>
          <a:xfrm>
            <a:off x="8858607" y="4293188"/>
            <a:ext cx="2635401" cy="2357455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5240">
            <a:solidFill>
              <a:srgbClr val="CF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432E1AEB-DA49-1E32-4493-19192BE6DA35}"/>
              </a:ext>
            </a:extLst>
          </p:cNvPr>
          <p:cNvSpPr/>
          <p:nvPr/>
        </p:nvSpPr>
        <p:spPr>
          <a:xfrm>
            <a:off x="9983319" y="4558364"/>
            <a:ext cx="717328" cy="641674"/>
          </a:xfrm>
          <a:prstGeom prst="ellipse">
            <a:avLst/>
          </a:prstGeom>
          <a:solidFill>
            <a:srgbClr val="F8E3E3"/>
          </a:solidFill>
          <a:ln w="12700">
            <a:solidFill>
              <a:srgbClr val="F8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BA3F8319-BE88-8E62-EB4B-3158B2786CE6}"/>
              </a:ext>
            </a:extLst>
          </p:cNvPr>
          <p:cNvSpPr/>
          <p:nvPr/>
        </p:nvSpPr>
        <p:spPr>
          <a:xfrm>
            <a:off x="9983319" y="4713812"/>
            <a:ext cx="717328" cy="244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9FCE5F4E-3E1B-57A5-FB40-F671ADE55B44}"/>
              </a:ext>
            </a:extLst>
          </p:cNvPr>
          <p:cNvSpPr/>
          <p:nvPr/>
        </p:nvSpPr>
        <p:spPr>
          <a:xfrm>
            <a:off x="9125950" y="5519010"/>
            <a:ext cx="2198767" cy="99738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conflicting version may accidentally overwrite another.</a:t>
            </a:r>
            <a:endParaRPr lang="en-US" sz="1900" dirty="0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1777A852-9F3A-458B-C106-126E4A8344F5}"/>
              </a:ext>
            </a:extLst>
          </p:cNvPr>
          <p:cNvSpPr/>
          <p:nvPr/>
        </p:nvSpPr>
        <p:spPr>
          <a:xfrm>
            <a:off x="1091588" y="5406983"/>
            <a:ext cx="2530175" cy="10041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/>
            <a:r>
              <a:rPr lang="en-US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Transferred chunks may fail hash verification.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07C63E-986D-FFC8-714F-B24A141D2281}"/>
              </a:ext>
            </a:extLst>
          </p:cNvPr>
          <p:cNvSpPr txBox="1"/>
          <p:nvPr/>
        </p:nvSpPr>
        <p:spPr>
          <a:xfrm>
            <a:off x="384047" y="3628754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3 - Potential issues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Chart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 rot="18900000">
            <a:off x="10561320" y="1143000"/>
            <a:ext cx="521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A9F9F8B-6975-21AE-8FCE-87CD368D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836168"/>
            <a:ext cx="10927080" cy="558292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A36CAAC2-2A8B-898E-15D5-5EC24FB649E9}"/>
              </a:ext>
            </a:extLst>
          </p:cNvPr>
          <p:cNvSpPr/>
          <p:nvPr/>
        </p:nvSpPr>
        <p:spPr>
          <a:xfrm>
            <a:off x="250257" y="6473951"/>
            <a:ext cx="1222409" cy="309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4023C1B-AF4E-0268-007B-4953B75CA071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9E2A7DE7-B544-63E9-9F46-58759C4B3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80" y="182880"/>
            <a:ext cx="9312442" cy="658928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flowchart</a:t>
            </a:r>
            <a:endParaRPr lang="en-US" sz="2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5F50E9-4DDD-C4FF-B470-F45863C1314F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5152ACF-93BC-5BF1-618D-C94685045CC6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provisions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21792" y="132588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9047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provisions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47672"/>
            <a:ext cx="3255264" cy="3694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team-owned or test data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Local-network educational prototype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third-party tools and licenses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production-level security or backup guarantees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443984" y="1325880"/>
            <a:ext cx="3493008" cy="4480560"/>
          </a:xfrm>
          <a:prstGeom prst="roundRect">
            <a:avLst>
              <a:gd name="adj" fmla="val 2094"/>
            </a:avLst>
          </a:prstGeom>
          <a:solidFill>
            <a:srgbClr val="F4F7F9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45152" y="14904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45152" y="1947672"/>
            <a:ext cx="3090672" cy="3694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members have capable development laptops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local network is available for testing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two physical computers are available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 chunking is used this semester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110728" y="1325880"/>
            <a:ext cx="3447288" cy="4480560"/>
          </a:xfrm>
          <a:prstGeom prst="roundRect">
            <a:avLst>
              <a:gd name="adj" fmla="val 2122"/>
            </a:avLst>
          </a:prstGeom>
          <a:solidFill>
            <a:srgbClr val="FFF9F2"/>
          </a:solidFill>
          <a:ln w="15240">
            <a:solidFill>
              <a:srgbClr val="D4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11896" y="149047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6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11896" y="1947672"/>
            <a:ext cx="3044952" cy="3694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2026 semester timeline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Three-student team learning Go/Wails/distributed systems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sync, advanced auto-merge, and production security are out of scope</a:t>
            </a:r>
            <a:endParaRPr lang="en-US" sz="1650" dirty="0"/>
          </a:p>
          <a:p>
            <a:pPr marL="279400" indent="-2794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Hardware/network variation may affect measurements</a:t>
            </a:r>
            <a:endParaRPr lang="en-US" sz="16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399858-CE11-AC50-2DEB-850942523647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BE368F-92D0-9F16-F406-E6AEB49E0DAE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8745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188720" y="281635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7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FileSync - Distributed Peer-to-Peer File Synchronization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0" y="3675888"/>
            <a:ext cx="4507992" cy="0"/>
          </a:xfrm>
          <a:prstGeom prst="line">
            <a:avLst/>
          </a:prstGeom>
          <a:noFill/>
          <a:ln w="25400">
            <a:solidFill>
              <a:srgbClr val="6F96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40416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Nisham Karki  •  Rabindra Neupane  •  Santosh Tripathee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45902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McNeese State University - CSCI 491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IEEE-style sources used in the proposal and Areas of Learning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5276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A. Tridgell and P. Mackerras, "The rsync algorithm," Technical Report TR-CS-96-05, Australian National University, Jun. 1996.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A. Muthitacharoen, B. Chen, and D. Mazières, "A low-bandwidth network file system," Proc. SOSP, 2001, pp. 174-187.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National Institute of Standards and Technology, "Secure Hash Standard (SHS)," FIPS 180-4, Aug. 2015.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Syncthing Project, "Syncthing - Open Source Continuous File Synchronization," accessed Sep. 2026.</a:t>
            </a:r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The Go Authors, "The Go Programming Language Documentation," accessed Sep. 2026.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SQLite, "SQLite Documentation," accessed Sep. 2026.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D. S. Parker et al., "Detection of mutual inconsistency in distributed systems," IEEE Trans. Software Eng., vol. SE-9, no. 3, pp. 240-247, May 1983.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2269D-B004-2ED9-8BAC-6BC96CD53F0D}"/>
              </a:ext>
            </a:extLst>
          </p:cNvPr>
          <p:cNvSpPr/>
          <p:nvPr/>
        </p:nvSpPr>
        <p:spPr>
          <a:xfrm>
            <a:off x="250257" y="6344973"/>
            <a:ext cx="1222409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2BABA2-30DD-75E4-36FA-2DB2C50D11A0}"/>
              </a:ext>
            </a:extLst>
          </p:cNvPr>
          <p:cNvSpPr/>
          <p:nvPr/>
        </p:nvSpPr>
        <p:spPr>
          <a:xfrm>
            <a:off x="9837019" y="6277917"/>
            <a:ext cx="1656990" cy="438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1173</Words>
  <Application>Microsoft Office PowerPoint</Application>
  <PresentationFormat>Widescreen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McNeese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FileSync - Formal Proposal</dc:title>
  <dc:subject>FileSync Formal Proposal Presentation</dc:subject>
  <dc:creator>Nisham Karki, Rabindra Neupane, Santosh Tripathee</dc:creator>
  <cp:lastModifiedBy>nisham karki</cp:lastModifiedBy>
  <cp:revision>2</cp:revision>
  <dcterms:created xsi:type="dcterms:W3CDTF">2026-09-13T21:48:56Z</dcterms:created>
  <dcterms:modified xsi:type="dcterms:W3CDTF">2026-09-14T11:14:06Z</dcterms:modified>
</cp:coreProperties>
</file>